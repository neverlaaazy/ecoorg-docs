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diagrams/quickStyle13.xml" ContentType="application/vnd.openxmlformats-officedocument.drawingml.diagramQuickStyle+xml"/>
  <Override PartName="/ppt/diagrams/colors13.xml" ContentType="application/vnd.openxmlformats-officedocument.drawingml.diagramColors+xml"/>
  <Override PartName="/ppt/slideLayouts/slideLayout4.xml" ContentType="application/vnd.openxmlformats-officedocument.presentationml.slideLayout+xml"/>
  <Override PartName="/ppt/diagrams/data13.xml" ContentType="application/vnd.openxmlformats-officedocument.drawingml.diagramData+xml"/>
  <Override PartName="/ppt/diagrams/drawing13.xml" ContentType="application/vnd.openxmlformats-officedocument.drawingml.diagramDrawing+xml"/>
  <Override PartName="/ppt/diagrams/quickStyle12.xml" ContentType="application/vnd.openxmlformats-officedocument.drawingml.diagramQuickStyle+xml"/>
  <Override PartName="/ppt/diagrams/data12.xml" ContentType="application/vnd.openxmlformats-officedocument.drawingml.diagramData+xml"/>
  <Override PartName="/ppt/slides/slide16.xml" ContentType="application/vnd.openxmlformats-officedocument.presentationml.slid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diagrams/data10.xml" ContentType="application/vnd.openxmlformats-officedocument.drawingml.diagramData+xml"/>
  <Override PartName="/ppt/slides/slide5.xml" ContentType="application/vnd.openxmlformats-officedocument.presentationml.slide+xml"/>
  <Override PartName="/ppt/diagrams/colors9.xml" ContentType="application/vnd.openxmlformats-officedocument.drawingml.diagramColors+xml"/>
  <Override PartName="/ppt/slides/slide9.xml" ContentType="application/vnd.openxmlformats-officedocument.presentationml.slide+xml"/>
  <Override PartName="/ppt/diagrams/drawing10.xml" ContentType="application/vnd.openxmlformats-officedocument.drawingml.diagramDrawing+xml"/>
  <Override PartName="/ppt/diagrams/data9.xml" ContentType="application/vnd.openxmlformats-officedocument.drawingml.diagramData+xml"/>
  <Override PartName="/ppt/diagrams/drawing9.xml" ContentType="application/vnd.openxmlformats-officedocument.drawingml.diagramDrawing+xml"/>
  <Override PartName="/ppt/theme/theme1.xml" ContentType="application/vnd.openxmlformats-officedocument.theme+xml"/>
  <Override PartName="/ppt/diagrams/layout11.xml" ContentType="application/vnd.openxmlformats-officedocument.drawingml.diagramLayout+xml"/>
  <Override PartName="/ppt/diagrams/quickStyle8.xml" ContentType="application/vnd.openxmlformats-officedocument.drawingml.diagramQuickStyle+xml"/>
  <Override PartName="/ppt/slideLayouts/slideLayout9.xml" ContentType="application/vnd.openxmlformats-officedocument.presentationml.slideLayout+xml"/>
  <Override PartName="/ppt/diagrams/layout8.xml" ContentType="application/vnd.openxmlformats-officedocument.drawingml.diagramLayout+xml"/>
  <Override PartName="/ppt/diagrams/quickStyle10.xml" ContentType="application/vnd.openxmlformats-officedocument.drawingml.diagramQuickStyl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diagrams/data8.xml" ContentType="application/vnd.openxmlformats-officedocument.drawingml.diagramData+xml"/>
  <Override PartName="/ppt/diagrams/quickStyle11.xml" ContentType="application/vnd.openxmlformats-officedocument.drawingml.diagramQuickStyle+xml"/>
  <Override PartName="/ppt/diagrams/drawing8.xml" ContentType="application/vnd.openxmlformats-officedocument.drawingml.diagramDrawing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quickStyle7.xml" ContentType="application/vnd.openxmlformats-officedocument.drawingml.diagramQuickStyle+xml"/>
  <Override PartName="/ppt/diagrams/layout7.xml" ContentType="application/vnd.openxmlformats-officedocument.drawingml.diagramLayout+xml"/>
  <Override PartName="/ppt/diagrams/colors8.xml" ContentType="application/vnd.openxmlformats-officedocument.drawingml.diagramColors+xml"/>
  <Override PartName="/ppt/diagrams/colors7.xml" ContentType="application/vnd.openxmlformats-officedocument.drawingml.diagramColors+xml"/>
  <Override PartName="/ppt/diagrams/drawing7.xml" ContentType="application/vnd.openxmlformats-officedocument.drawingml.diagramDrawing+xml"/>
  <Override PartName="/ppt/slides/slide8.xml" ContentType="application/vnd.openxmlformats-officedocument.presentationml.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slideLayouts/slideLayout3.xml" ContentType="application/vnd.openxmlformats-officedocument.presentationml.slideLayout+xml"/>
  <Override PartName="/ppt/diagrams/quickStyle5.xml" ContentType="application/vnd.openxmlformats-officedocument.drawingml.diagramQuickStyle+xml"/>
  <Override PartName="/ppt/diagrams/colors5.xml" ContentType="application/vnd.openxmlformats-officedocument.drawingml.diagramColors+xml"/>
  <Override PartName="/ppt/diagrams/drawing5.xml" ContentType="application/vnd.openxmlformats-officedocument.drawingml.diagramDrawing+xml"/>
  <Override PartName="/ppt/diagrams/layout4.xml" ContentType="application/vnd.openxmlformats-officedocument.drawingml.diagramLayout+xml"/>
  <Override PartName="/ppt/slides/slide18.xml" ContentType="application/vnd.openxmlformats-officedocument.presentationml.slide+xml"/>
  <Override PartName="/ppt/diagrams/colors6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9.xml" ContentType="application/vnd.openxmlformats-officedocument.drawingml.diagramQuickStyle+xml"/>
  <Override PartName="/ppt/diagrams/data7.xml" ContentType="application/vnd.openxmlformats-officedocument.drawingml.diagramData+xml"/>
  <Override PartName="/ppt/diagrams/drawing12.xml" ContentType="application/vnd.openxmlformats-officedocument.drawingml.diagramDrawing+xml"/>
  <Override PartName="/ppt/diagrams/layout5.xml" ContentType="application/vnd.openxmlformats-officedocument.drawingml.diagramLayout+xml"/>
  <Override PartName="/ppt/diagrams/quickStyle4.xml" ContentType="application/vnd.openxmlformats-officedocument.drawingml.diagramQuickStyle+xml"/>
  <Override PartName="/ppt/diagrams/data4.xml" ContentType="application/vnd.openxmlformats-officedocument.drawingml.diagramData+xml"/>
  <Override PartName="/ppt/slideLayouts/slideLayout11.xml" ContentType="application/vnd.openxmlformats-officedocument.presentationml.slideLayout+xml"/>
  <Override PartName="/ppt/diagrams/drawing6.xml" ContentType="application/vnd.openxmlformats-officedocument.drawingml.diagramDrawing+xml"/>
  <Override PartName="/ppt/diagrams/layout3.xml" ContentType="application/vnd.openxmlformats-officedocument.drawingml.diagramLayout+xml"/>
  <Override PartName="/ppt/diagrams/data3.xml" ContentType="application/vnd.openxmlformats-officedocument.drawingml.diagramData+xml"/>
  <Override PartName="/ppt/diagrams/drawing11.xml" ContentType="application/vnd.openxmlformats-officedocument.drawingml.diagramDrawing+xml"/>
  <Override PartName="/ppt/diagrams/layout9.xml" ContentType="application/vnd.openxmlformats-officedocument.drawingml.diagramLayout+xml"/>
  <Override PartName="/ppt/diagrams/drawing3.xml" ContentType="application/vnd.openxmlformats-officedocument.drawingml.diagramDrawing+xml"/>
  <Override PartName="/ppt/diagrams/data11.xml" ContentType="application/vnd.openxmlformats-officedocument.drawingml.diagramData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quickStyle6.xml" ContentType="application/vnd.openxmlformats-officedocument.drawingml.diagramQuickStyle+xml"/>
  <Override PartName="/ppt/diagrams/quickStyle2.xml" ContentType="application/vnd.openxmlformats-officedocument.drawingml.diagramQuickStyle+xml"/>
  <Override PartName="/ppt/diagrams/colors3.xml" ContentType="application/vnd.openxmlformats-officedocument.drawingml.diagramColors+xml"/>
  <Override PartName="/ppt/diagrams/colors2.xml" ContentType="application/vnd.openxmlformats-officedocument.drawingml.diagramColors+xml"/>
  <Override PartName="/ppt/slides/slide4.xml" ContentType="application/vnd.openxmlformats-officedocument.presentationml.slide+xml"/>
  <Override PartName="/ppt/diagrams/colors12.xml" ContentType="application/vnd.openxmlformats-officedocument.drawingml.diagramColors+xml"/>
  <Override PartName="/ppt/diagrams/data2.xml" ContentType="application/vnd.openxmlformats-officedocument.drawingml.diagramData+xml"/>
  <Override PartName="/ppt/viewProps.xml" ContentType="application/vnd.openxmlformats-officedocument.presentationml.viewProps+xml"/>
  <Override PartName="/ppt/diagrams/quickStyle1.xml" ContentType="application/vnd.openxmlformats-officedocument.drawingml.diagramQuickStyle+xml"/>
  <Override PartName="/ppt/diagrams/drawing2.xml" ContentType="application/vnd.openxmlformats-officedocument.drawingml.diagramDrawing+xml"/>
  <Override PartName="/ppt/diagrams/layout2.xml" ContentType="application/vnd.openxmlformats-officedocument.drawingml.diagramLayout+xml"/>
  <Override PartName="/ppt/diagrams/colors10.xml" ContentType="application/vnd.openxmlformats-officedocument.drawingml.diagramColors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quickStyle3.xml" ContentType="application/vnd.openxmlformats-officedocument.drawingml.diagramQuickStyle+xml"/>
  <Override PartName="/ppt/diagrams/colors11.xml" ContentType="application/vnd.openxmlformats-officedocument.drawingml.diagramCol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4.xml" ContentType="application/vnd.openxmlformats-officedocument.drawingml.diagramDrawing+xml"/>
  <Override PartName="/ppt/slides/slide7.xml" ContentType="application/vnd.openxmlformats-officedocument.presentationml.slide+xml"/>
  <Override PartName="/ppt/diagrams/drawing1.xml" ContentType="application/vnd.openxmlformats-officedocument.drawingml.diagramDrawing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Нет стиля, сетка таблицы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2" d="100"/>
          <a:sy n="82" d="100"/>
        </p:scale>
        <p:origin x="1566" y="96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microsoft.com/office/2007/relationships/diagramDrawing" Target="../diagrams/drawing1.xml" /></Relationships>
</file>

<file path=ppt/diagrams/_rels/data2.xml.rels><?xml version="1.0" encoding="UTF-8" standalone="yes"?><Relationships xmlns="http://schemas.openxmlformats.org/package/2006/relationships"><Relationship Id="rId1" Type="http://schemas.microsoft.com/office/2007/relationships/diagramDrawing" Target="../diagrams/drawing2.xml" /></Relationships>
</file>

<file path=ppt/diagrams/_rels/data3.xml.rels><?xml version="1.0" encoding="UTF-8" standalone="yes"?><Relationships xmlns="http://schemas.openxmlformats.org/package/2006/relationships"><Relationship Id="rId1" Type="http://schemas.microsoft.com/office/2007/relationships/diagramDrawing" Target="../diagrams/drawing3.xml" /></Relationships>
</file>

<file path=ppt/diagrams/_rels/data4.xml.rels><?xml version="1.0" encoding="UTF-8" standalone="yes"?><Relationships xmlns="http://schemas.openxmlformats.org/package/2006/relationships"><Relationship Id="rId1" Type="http://schemas.microsoft.com/office/2007/relationships/diagramDrawing" Target="../diagrams/drawing4.xml" /></Relationships>
</file>

<file path=ppt/diagrams/_rels/data5.xml.rels><?xml version="1.0" encoding="UTF-8" standalone="yes"?><Relationships xmlns="http://schemas.openxmlformats.org/package/2006/relationships"><Relationship Id="rId1" Type="http://schemas.openxmlformats.org/officeDocument/2006/relationships/image" Target="../media/image6.jpg"/><Relationship Id="rId2" Type="http://schemas.microsoft.com/office/2007/relationships/diagramDrawing" Target="../diagrams/drawing5.xml" /></Relationships>
</file>

<file path=ppt/diagrams/_rels/data6.xml.rels><?xml version="1.0" encoding="UTF-8" standalone="yes"?><Relationships xmlns="http://schemas.openxmlformats.org/package/2006/relationships"><Relationship Id="rId1" Type="http://schemas.openxmlformats.org/officeDocument/2006/relationships/image" Target="../media/image7.jpg"/><Relationship Id="rId2" Type="http://schemas.microsoft.com/office/2007/relationships/diagramDrawing" Target="../diagrams/drawing6.xml" /></Relationships>
</file>

<file path=ppt/diagrams/_rels/data7.xml.rels><?xml version="1.0" encoding="UTF-8" standalone="yes"?><Relationships xmlns="http://schemas.openxmlformats.org/package/2006/relationships"><Relationship Id="rId1" Type="http://schemas.openxmlformats.org/officeDocument/2006/relationships/image" Target="../media/image8.jpg"/><Relationship Id="rId2" Type="http://schemas.microsoft.com/office/2007/relationships/diagramDrawing" Target="../diagrams/drawing7.xml" /></Relationships>
</file>

<file path=ppt/diagrams/_rels/data8.xml.rels><?xml version="1.0" encoding="UTF-8" standalone="yes"?><Relationships xmlns="http://schemas.openxmlformats.org/package/2006/relationships"><Relationship Id="rId1" Type="http://schemas.microsoft.com/office/2007/relationships/diagramDrawing" Target="../diagrams/drawing8.xml" /></Relationships>
</file>

<file path=ppt/diagrams/_rels/data9.xml.rels><?xml version="1.0" encoding="UTF-8" standalone="yes"?><Relationships xmlns="http://schemas.openxmlformats.org/package/2006/relationships"><Relationship Id="rId1" Type="http://schemas.microsoft.com/office/2007/relationships/diagramDrawing" Target="../diagrams/drawing9.xml" /></Relationships>
</file>

<file path=ppt/diagrams/_rels/data10.xml.rels><?xml version="1.0" encoding="UTF-8" standalone="yes"?><Relationships xmlns="http://schemas.openxmlformats.org/package/2006/relationships"><Relationship Id="rId1" Type="http://schemas.microsoft.com/office/2007/relationships/diagramDrawing" Target="../diagrams/drawing10.xml" /></Relationships>
</file>

<file path=ppt/diagrams/_rels/data11.xml.rels><?xml version="1.0" encoding="UTF-8" standalone="yes"?><Relationships xmlns="http://schemas.openxmlformats.org/package/2006/relationships"><Relationship Id="rId1" Type="http://schemas.microsoft.com/office/2007/relationships/diagramDrawing" Target="../diagrams/drawing11.xml" /></Relationships>
</file>

<file path=ppt/diagrams/_rels/data12.xml.rels><?xml version="1.0" encoding="UTF-8" standalone="yes"?><Relationships xmlns="http://schemas.openxmlformats.org/package/2006/relationships"><Relationship Id="rId1" Type="http://schemas.microsoft.com/office/2007/relationships/diagramDrawing" Target="../diagrams/drawing12.xml" /></Relationships>
</file>

<file path=ppt/diagrams/_rels/data13.xml.rels><?xml version="1.0" encoding="UTF-8" standalone="yes"?><Relationships xmlns="http://schemas.openxmlformats.org/package/2006/relationships"><Relationship Id="rId1" Type="http://schemas.openxmlformats.org/officeDocument/2006/relationships/image" Target="../media/image10.png"/><Relationship Id="rId2" Type="http://schemas.microsoft.com/office/2007/relationships/diagramDrawing" Target="../diagrams/drawing13.xml" /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/Relationships>
</file>

<file path=ppt/diagrams/_rels/drawing3.xml.rels><?xml version="1.0" encoding="UTF-8" standalone="yes"?><Relationships xmlns="http://schemas.openxmlformats.org/package/2006/relationships"></Relationships>
</file>

<file path=ppt/diagrams/_rels/drawing4.xml.rels><?xml version="1.0" encoding="UTF-8" standalone="yes"?><Relationships xmlns="http://schemas.openxmlformats.org/package/2006/relationships"></Relationships>
</file>

<file path=ppt/diagrams/_rels/drawing5.xml.rels><?xml version="1.0" encoding="UTF-8" standalone="yes"?>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6.xml.rels><?xml version="1.0" encoding="UTF-8" standalone="yes"?>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7.xml.rels><?xml version="1.0" encoding="UTF-8" standalone="yes"?><Relationships xmlns="http://schemas.openxmlformats.org/package/2006/relationships"><Relationship Id="rId1" Type="http://schemas.openxmlformats.org/officeDocument/2006/relationships/image" Target="../media/image8.jpg"/></Relationships>
</file>

<file path=ppt/diagrams/_rels/drawing8.xml.rels><?xml version="1.0" encoding="UTF-8" standalone="yes"?><Relationships xmlns="http://schemas.openxmlformats.org/package/2006/relationships"></Relationships>
</file>

<file path=ppt/diagrams/_rels/drawing9.xml.rels><?xml version="1.0" encoding="UTF-8" standalone="yes"?><Relationships xmlns="http://schemas.openxmlformats.org/package/2006/relationships"></Relationships>
</file>

<file path=ppt/diagrams/_rels/drawing10.xml.rels><?xml version="1.0" encoding="UTF-8" standalone="yes"?><Relationships xmlns="http://schemas.openxmlformats.org/package/2006/relationships"></Relationships>
</file>

<file path=ppt/diagrams/_rels/drawing11.xml.rels><?xml version="1.0" encoding="UTF-8" standalone="yes"?><Relationships xmlns="http://schemas.openxmlformats.org/package/2006/relationships"></Relationships>
</file>

<file path=ppt/diagrams/_rels/drawing12.xml.rels><?xml version="1.0" encoding="UTF-8" standalone="yes"?><Relationships xmlns="http://schemas.openxmlformats.org/package/2006/relationships"></Relationships>
</file>

<file path=ppt/diagrams/_rels/drawing13.xml.rels><?xml version="1.0" encoding="UTF-8" standalone="yes"?><Relationships xmlns="http://schemas.openxmlformats.org/package/2006/relationships"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8D9C4E76-920E-467F-8987-0D28D1D7D7CC}" type="doc">
      <dgm:prSet loTypeId="urn:microsoft.com/office/officeart/2005/8/layout/process3" loCatId="process" qsTypeId="urn:microsoft.com/office/officeart/2005/8/quickstyle/simple2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119CBE0-3518-4538-9DFB-699A59FA9851}">
      <dgm:prSet phldrT="[Текст]"/>
      <dgm:spPr bwMode="auto"/>
      <dgm:t>
        <a:bodyPr/>
        <a:lstStyle/>
        <a:p>
          <a:pPr>
            <a:defRPr/>
          </a:pPr>
          <a:r>
            <a:rPr lang="ru-RU" b="1" i="1">
              <a:latin typeface="+mn-lt"/>
              <a:cs typeface="Times New Roman"/>
            </a:rPr>
            <a:t>Основные цели управления производством</a:t>
          </a:r>
          <a:r>
            <a:rPr lang="ru-RU" b="1">
              <a:latin typeface="+mn-lt"/>
              <a:cs typeface="Times New Roman"/>
            </a:rPr>
            <a:t>:</a:t>
          </a:r>
          <a:endParaRPr lang="ru-RU">
            <a:latin typeface="+mn-lt"/>
          </a:endParaRPr>
        </a:p>
      </dgm:t>
    </dgm:pt>
    <dgm:pt modelId="{7304C337-819F-4155-AEBD-EFD093B242B0}" type="parTrans" cxnId="{6FDA84B1-0CEA-4F8F-8ED8-7D51ED6965EC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06F4F30A-0600-49F4-B1AD-DA81F3374148}" type="sibTrans" cxnId="{6FDA84B1-0CEA-4F8F-8ED8-7D51ED6965EC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3A2098E1-1074-404C-8D71-AF85003AE5BF}">
      <dgm:prSet phldrT=""/>
      <dgm:spPr bwMode="auto"/>
      <dgm:t>
        <a:bodyPr/>
        <a:lstStyle/>
        <a:p>
          <a:pPr>
            <a:defRPr/>
          </a:pPr>
          <a:r>
            <a:rPr lang="ru-RU">
              <a:latin typeface="+mn-lt"/>
              <a:cs typeface="Times New Roman"/>
            </a:rPr>
            <a:t>1. совершенствование организационной структуры управления производством</a:t>
          </a:r>
          <a:endParaRPr/>
        </a:p>
      </dgm:t>
    </dgm:pt>
    <dgm:pt modelId="{E8E6FA11-CC7F-4EAC-9D20-F45A75CA55AB}" type="parTrans" cxnId="{93762FFB-E3AA-4A0C-ADC1-4C50BB491EA0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5BF4F6D8-1206-4959-B78A-67B607010C01}" type="sibTrans" cxnId="{93762FFB-E3AA-4A0C-ADC1-4C50BB491EA0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2696CB58-72C7-428A-A209-C82B35BC8410}">
      <dgm:prSet phldrT=""/>
      <dgm:spPr bwMode="auto"/>
      <dgm:t>
        <a:bodyPr/>
        <a:lstStyle/>
        <a:p>
          <a:pPr>
            <a:defRPr/>
          </a:pPr>
          <a:r>
            <a:rPr lang="ru-RU">
              <a:latin typeface="+mn-lt"/>
              <a:cs typeface="Times New Roman"/>
            </a:rPr>
            <a:t>2. достижение минимальных затрат материалов, труда, времени денежных средств</a:t>
          </a:r>
          <a:endParaRPr/>
        </a:p>
      </dgm:t>
    </dgm:pt>
    <dgm:pt modelId="{C50BF594-4578-4EB6-956C-C8EF176BD33B}" type="parTrans" cxnId="{4DB4B853-4934-41B3-8C2B-BC7944B30A8F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2E19904F-B1E1-4B12-8F2C-A618CFAC5F25}" type="sibTrans" cxnId="{4DB4B853-4934-41B3-8C2B-BC7944B30A8F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B169F5A7-2A29-4FE1-83BC-937AB8B1FDFB}">
      <dgm:prSet phldrT=""/>
      <dgm:spPr bwMode="auto"/>
      <dgm:t>
        <a:bodyPr/>
        <a:lstStyle/>
        <a:p>
          <a:pPr>
            <a:defRPr/>
          </a:pPr>
          <a:r>
            <a:rPr lang="ru-RU">
              <a:latin typeface="+mn-lt"/>
              <a:cs typeface="Times New Roman"/>
            </a:rPr>
            <a:t>3. устранение непроизводительных потерь времени рабочих и служащих</a:t>
          </a:r>
          <a:endParaRPr/>
        </a:p>
      </dgm:t>
    </dgm:pt>
    <dgm:pt modelId="{3C0D224E-B181-4DCB-B1A7-CEFC425B95FC}" type="parTrans" cxnId="{63E654E5-D4D5-4E77-B5E4-2E1FE58A238D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38141CA9-7532-4FC6-BD7C-FFEF4F5051F4}" type="sibTrans" cxnId="{63E654E5-D4D5-4E77-B5E4-2E1FE58A238D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DEC20102-3687-4860-8112-6EC94CE75BC7}">
      <dgm:prSet phldrT=""/>
      <dgm:spPr bwMode="auto"/>
      <dgm:t>
        <a:bodyPr/>
        <a:lstStyle/>
        <a:p>
          <a:pPr>
            <a:defRPr/>
          </a:pPr>
          <a:r>
            <a:rPr lang="ru-RU">
              <a:latin typeface="+mn-lt"/>
              <a:cs typeface="Times New Roman"/>
            </a:rPr>
            <a:t>4. выполнение заданной программы выпуска продукции</a:t>
          </a:r>
          <a:endParaRPr/>
        </a:p>
      </dgm:t>
    </dgm:pt>
    <dgm:pt modelId="{08D2E87E-943B-4D0D-AD1E-627DD1B97E9F}" type="parTrans" cxnId="{30B4B1EE-2344-4A6B-A788-6E3FB9C060D0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2F9F767B-ACA9-48B5-B64C-33F33D2C28D5}" type="sibTrans" cxnId="{30B4B1EE-2344-4A6B-A788-6E3FB9C060D0}">
      <dgm:prSet/>
      <dgm:spPr bwMode="auto"/>
      <dgm:t>
        <a:bodyPr/>
        <a:lstStyle/>
        <a:p>
          <a:pPr>
            <a:defRPr/>
          </a:pPr>
          <a:endParaRPr lang="ru-RU">
            <a:latin typeface="+mn-lt"/>
          </a:endParaRPr>
        </a:p>
      </dgm:t>
    </dgm:pt>
    <dgm:pt modelId="{3E4ADCF0-2EAC-43D0-8669-DEA2D7153664}" type="pres">
      <dgm:prSet presAssocID="{8D9C4E76-920E-467F-8987-0D28D1D7D7CC}" presName="linearFlow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8C12994-814A-4FE4-AF36-5117B5758A24}" type="pres">
      <dgm:prSet presAssocID="{B119CBE0-3518-4538-9DFB-699A59FA9851}" presName="composite" presStyleCnt="0"/>
      <dgm:spPr bwMode="auto"/>
    </dgm:pt>
    <dgm:pt modelId="{A80CA4CE-C2A9-4441-A335-509D0A05D8F5}" type="pres">
      <dgm:prSet presAssocID="{B119CBE0-3518-4538-9DFB-699A59FA9851}" presName="parTx" presStyleLbl="node1" presStyleIdx="0" presStyleCnt="1">
        <dgm:presLayoutVars>
          <dgm:chMax val="0"/>
          <dgm:chPref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DB4BEFB-B353-4FB9-BE3E-AA83080FC138}" type="pres">
      <dgm:prSet presAssocID="{B119CBE0-3518-4538-9DFB-699A59FA9851}" presName="parSh" presStyleLbl="node1" presStyleIdx="0" presStyleCnt="1"/>
      <dgm:spPr bwMode="auto"/>
      <dgm:t>
        <a:bodyPr/>
        <a:lstStyle/>
        <a:p>
          <a:pPr>
            <a:defRPr/>
          </a:pPr>
          <a:endParaRPr lang="ru-RU"/>
        </a:p>
      </dgm:t>
    </dgm:pt>
    <dgm:pt modelId="{D9598805-C16C-4DC6-96C5-72F7C5DC2861}" type="pres">
      <dgm:prSet presAssocID="{B119CBE0-3518-4538-9DFB-699A59FA9851}" presName="desTx" presStyleLbl="fgAcc1" presStyleIdx="0" presStyleCnt="1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E9B7E98E-2228-4F2D-A49B-0754CE6A8EE3}" type="presOf" srcId="{2696CB58-72C7-428A-A209-C82B35BC8410}" destId="{D9598805-C16C-4DC6-96C5-72F7C5DC2861}" srcOrd="0" destOrd="1" presId="urn:microsoft.com/office/officeart/2005/8/layout/process3"/>
    <dgm:cxn modelId="{FA5E6165-EA1E-4DEA-AF6E-B57ED7647947}" type="presOf" srcId="{B119CBE0-3518-4538-9DFB-699A59FA9851}" destId="{A80CA4CE-C2A9-4441-A335-509D0A05D8F5}" srcOrd="0" destOrd="0" presId="urn:microsoft.com/office/officeart/2005/8/layout/process3"/>
    <dgm:cxn modelId="{2211101B-6587-47DA-B3D2-BB29B5F9E15F}" type="presOf" srcId="{8D9C4E76-920E-467F-8987-0D28D1D7D7CC}" destId="{3E4ADCF0-2EAC-43D0-8669-DEA2D7153664}" srcOrd="0" destOrd="0" presId="urn:microsoft.com/office/officeart/2005/8/layout/process3"/>
    <dgm:cxn modelId="{F6ABA410-2DE3-4551-A4E5-5705CF149DCE}" type="presOf" srcId="{B169F5A7-2A29-4FE1-83BC-937AB8B1FDFB}" destId="{D9598805-C16C-4DC6-96C5-72F7C5DC2861}" srcOrd="0" destOrd="2" presId="urn:microsoft.com/office/officeart/2005/8/layout/process3"/>
    <dgm:cxn modelId="{4DB4B853-4934-41B3-8C2B-BC7944B30A8F}" srcId="{B119CBE0-3518-4538-9DFB-699A59FA9851}" destId="{2696CB58-72C7-428A-A209-C82B35BC8410}" srcOrd="1" destOrd="0" parTransId="{C50BF594-4578-4EB6-956C-C8EF176BD33B}" sibTransId="{2E19904F-B1E1-4B12-8F2C-A618CFAC5F25}"/>
    <dgm:cxn modelId="{A180B4D0-7774-4393-ACAB-C8E1FA823F21}" type="presOf" srcId="{3A2098E1-1074-404C-8D71-AF85003AE5BF}" destId="{D9598805-C16C-4DC6-96C5-72F7C5DC2861}" srcOrd="0" destOrd="0" presId="urn:microsoft.com/office/officeart/2005/8/layout/process3"/>
    <dgm:cxn modelId="{93762FFB-E3AA-4A0C-ADC1-4C50BB491EA0}" srcId="{B119CBE0-3518-4538-9DFB-699A59FA9851}" destId="{3A2098E1-1074-404C-8D71-AF85003AE5BF}" srcOrd="0" destOrd="0" parTransId="{E8E6FA11-CC7F-4EAC-9D20-F45A75CA55AB}" sibTransId="{5BF4F6D8-1206-4959-B78A-67B607010C01}"/>
    <dgm:cxn modelId="{5211DB06-7FCA-4CB6-BD32-3959BC1439ED}" type="presOf" srcId="{DEC20102-3687-4860-8112-6EC94CE75BC7}" destId="{D9598805-C16C-4DC6-96C5-72F7C5DC2861}" srcOrd="0" destOrd="3" presId="urn:microsoft.com/office/officeart/2005/8/layout/process3"/>
    <dgm:cxn modelId="{6FDA84B1-0CEA-4F8F-8ED8-7D51ED6965EC}" srcId="{8D9C4E76-920E-467F-8987-0D28D1D7D7CC}" destId="{B119CBE0-3518-4538-9DFB-699A59FA9851}" srcOrd="0" destOrd="0" parTransId="{7304C337-819F-4155-AEBD-EFD093B242B0}" sibTransId="{06F4F30A-0600-49F4-B1AD-DA81F3374148}"/>
    <dgm:cxn modelId="{C97D02AB-71EE-478B-9685-6A11FF30A707}" type="presOf" srcId="{B119CBE0-3518-4538-9DFB-699A59FA9851}" destId="{7DB4BEFB-B353-4FB9-BE3E-AA83080FC138}" srcOrd="1" destOrd="0" presId="urn:microsoft.com/office/officeart/2005/8/layout/process3"/>
    <dgm:cxn modelId="{30B4B1EE-2344-4A6B-A788-6E3FB9C060D0}" srcId="{B119CBE0-3518-4538-9DFB-699A59FA9851}" destId="{DEC20102-3687-4860-8112-6EC94CE75BC7}" srcOrd="3" destOrd="0" parTransId="{08D2E87E-943B-4D0D-AD1E-627DD1B97E9F}" sibTransId="{2F9F767B-ACA9-48B5-B64C-33F33D2C28D5}"/>
    <dgm:cxn modelId="{63E654E5-D4D5-4E77-B5E4-2E1FE58A238D}" srcId="{B119CBE0-3518-4538-9DFB-699A59FA9851}" destId="{B169F5A7-2A29-4FE1-83BC-937AB8B1FDFB}" srcOrd="2" destOrd="0" parTransId="{3C0D224E-B181-4DCB-B1A7-CEFC425B95FC}" sibTransId="{38141CA9-7532-4FC6-BD7C-FFEF4F5051F4}"/>
    <dgm:cxn modelId="{B3D5E04D-9EEF-4ED1-B3F9-3D314471F1B9}" type="presParOf" srcId="{3E4ADCF0-2EAC-43D0-8669-DEA2D7153664}" destId="{18C12994-814A-4FE4-AF36-5117B5758A24}" srcOrd="0" destOrd="0" presId="urn:microsoft.com/office/officeart/2005/8/layout/process3"/>
    <dgm:cxn modelId="{780F0EB4-FA26-44B0-8D1B-02FB6EB4B9E4}" type="presParOf" srcId="{18C12994-814A-4FE4-AF36-5117B5758A24}" destId="{A80CA4CE-C2A9-4441-A335-509D0A05D8F5}" srcOrd="0" destOrd="0" presId="urn:microsoft.com/office/officeart/2005/8/layout/process3"/>
    <dgm:cxn modelId="{C79B1BDB-2584-4DFF-9FC0-E877E045BE9E}" type="presParOf" srcId="{18C12994-814A-4FE4-AF36-5117B5758A24}" destId="{7DB4BEFB-B353-4FB9-BE3E-AA83080FC138}" srcOrd="1" destOrd="0" presId="urn:microsoft.com/office/officeart/2005/8/layout/process3"/>
    <dgm:cxn modelId="{D2FA0D7A-E01E-4D15-A9F5-F329016431C5}" type="presParOf" srcId="{18C12994-814A-4FE4-AF36-5117B5758A24}" destId="{D9598805-C16C-4DC6-96C5-72F7C5DC286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82B5BF5-A8AF-45C7-B599-3A964DE5B0A9}" type="doc">
      <dgm:prSet loTypeId="urn:microsoft.com/office/officeart/2005/8/layout/process4" loCatId="list" qsTypeId="urn:microsoft.com/office/officeart/2005/8/quickstyle/simple2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285DDE84-C4D1-42AD-BBC4-B7B9486AF1CA}">
      <dgm:prSet phldrT="[Текст]" custT="1"/>
      <dgm:spPr bwMode="auto"/>
      <dgm:t>
        <a:bodyPr/>
        <a:lstStyle/>
        <a:p>
          <a:pPr>
            <a:defRPr/>
          </a:pPr>
          <a:r>
            <a:rPr lang="ru-RU" sz="2000" b="1" i="1">
              <a:latin typeface="+mn-lt"/>
              <a:cs typeface="Times New Roman"/>
            </a:rPr>
            <a:t>Основные задачи управления производством</a:t>
          </a:r>
          <a:r>
            <a:rPr lang="ru-RU" sz="2000" b="1">
              <a:latin typeface="+mn-lt"/>
              <a:cs typeface="Times New Roman"/>
            </a:rPr>
            <a:t>:</a:t>
          </a:r>
          <a:endParaRPr/>
        </a:p>
      </dgm:t>
    </dgm:pt>
    <dgm:pt modelId="{ADACA53F-B19D-44C6-82FA-4FEC5E2808DE}" type="parTrans" cxnId="{BF2363E2-3E82-4720-ADBC-F69AA902F3E4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22025BA7-93FF-47B8-AB24-F3EAE1564329}" type="sibTrans" cxnId="{BF2363E2-3E82-4720-ADBC-F69AA902F3E4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3F99A76C-FFA2-43B3-AF5A-FE1B80F8846C}">
      <dgm:prSet phldrT="" custT="1"/>
      <dgm:spPr bwMode="auto"/>
      <dgm:t>
        <a:bodyPr/>
        <a:lstStyle/>
        <a:p>
          <a:pPr>
            <a:defRPr/>
          </a:pPr>
          <a:r>
            <a:rPr lang="ru-RU" sz="2000">
              <a:latin typeface="+mn-lt"/>
              <a:cs typeface="Times New Roman"/>
            </a:rPr>
            <a:t>Для достижения намеченных целей необходимо осуществление широкого комплекса </a:t>
          </a:r>
          <a:r>
            <a:rPr lang="ru-RU" sz="2000" b="1" i="1">
              <a:latin typeface="+mn-lt"/>
              <a:cs typeface="Times New Roman"/>
            </a:rPr>
            <a:t>технических, технологических, организационно-управленческих мероприятий</a:t>
          </a:r>
          <a:r>
            <a:rPr lang="ru-RU" sz="2000">
              <a:latin typeface="+mn-lt"/>
              <a:cs typeface="Times New Roman"/>
            </a:rPr>
            <a:t>:</a:t>
          </a:r>
          <a:endParaRPr/>
        </a:p>
      </dgm:t>
    </dgm:pt>
    <dgm:pt modelId="{0199277E-BEA6-4C9E-8178-D43F198D60D8}" type="parTrans" cxnId="{55A39498-CAC7-4063-B2E8-226E7CAC7BE6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982BDC04-FCBF-4FD3-BF63-5F3734C12E08}" type="sibTrans" cxnId="{55A39498-CAC7-4063-B2E8-226E7CAC7BE6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B36F8E7B-D352-44EB-AF96-FFD56E3DB94A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разработка принципов инвестиционной и технической политики для фирмы в целом;</a:t>
          </a:r>
          <a:endParaRPr/>
        </a:p>
      </dgm:t>
    </dgm:pt>
    <dgm:pt modelId="{48309A2F-B811-4D08-B494-336685220677}" type="parTrans" cxnId="{C9C18180-5097-4C8F-BA9B-7C59A82F5D4D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3B99342E-6F64-4BA9-80A0-7BB3EBF838BF}" type="sibTrans" cxnId="{C9C18180-5097-4C8F-BA9B-7C59A82F5D4D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037B80EB-B7E2-4617-BE48-2BDFF9838363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концентрация усилий и ресурсов на развитии наиболее перспективных областей технологического процесса; </a:t>
          </a:r>
          <a:endParaRPr/>
        </a:p>
      </dgm:t>
    </dgm:pt>
    <dgm:pt modelId="{52CA32D7-20FB-42F6-8F9D-1BE0C63BABDC}" type="parTrans" cxnId="{E7557CF0-CA2B-4225-A97C-9347FE54EB7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24EF1DF8-CAAD-4592-89BF-7AC5627EFF63}" type="sibTrans" cxnId="{E7557CF0-CA2B-4225-A97C-9347FE54EB7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9EB20D96-3717-4A15-ACE0-A3FC10EB58A4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создание производственных систем нового поколения, работающих с применением ЭВМ.</a:t>
          </a:r>
          <a:endParaRPr/>
        </a:p>
      </dgm:t>
    </dgm:pt>
    <dgm:pt modelId="{2207ABA1-398C-45FF-8E27-44D9C0303DAB}" type="parTrans" cxnId="{EFC2A6A3-AAA7-487C-BD26-3FDF33F72AA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CF560954-1A7E-4B48-B739-3BCDE91632F1}" type="sibTrans" cxnId="{EFC2A6A3-AAA7-487C-BD26-3FDF33F72AA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623792AA-E345-49F9-8998-516E8061C0AB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1. Удовлетворение потребительского спроса. На выходе производство должно иметь некий товар, который должен удовлетворить потребителя стоимостью товара, временем и сроками его предоставления.</a:t>
          </a:r>
          <a:endParaRPr/>
        </a:p>
      </dgm:t>
    </dgm:pt>
    <dgm:pt modelId="{9221428E-B2DD-4741-BFDF-3E1AC537618B}" type="parTrans" cxnId="{285B5666-2940-4F4E-9EFF-ABD3E7A6C9D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396CCF6F-6D70-48E0-B919-1CF4058295B3}" type="sibTrans" cxnId="{285B5666-2940-4F4E-9EFF-ABD3E7A6C9D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A8B75D60-D542-46A6-BABC-A45E0AD185A3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2. Эффективная переработка ресурсов - экономного и сбалансированного использования ресурсов можно при наличии слаженного производственного менеджмента.</a:t>
          </a:r>
          <a:endParaRPr/>
        </a:p>
      </dgm:t>
    </dgm:pt>
    <dgm:pt modelId="{957485F9-2F80-40F4-8725-50D1B1212E9B}" type="parTrans" cxnId="{00BA613B-62D2-4562-81D7-792F234D10A8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BBBE4DA5-73ED-466E-A42A-FE6C77C1978F}" type="sibTrans" cxnId="{00BA613B-62D2-4562-81D7-792F234D10A8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7F5576FE-C9E5-46AB-B06B-7AB155F35645}" type="pres">
      <dgm:prSet presAssocID="{E82B5BF5-A8AF-45C7-B599-3A964DE5B0A9}" presName="Name0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F8A2D4EB-C7AD-4089-9476-006844FFCEB0}" type="pres">
      <dgm:prSet presAssocID="{285DDE84-C4D1-42AD-BBC4-B7B9486AF1CA}" presName="boxAndChildren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68EE65B-95B4-41BD-B24A-0BA2F2AAA4E5}" type="pres">
      <dgm:prSet presAssocID="{285DDE84-C4D1-42AD-BBC4-B7B9486AF1CA}" presName="parentTextBox" presStyleLbl="node1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BEBA004D-8807-4A9A-9C30-19B8FC2373F2}" type="pres">
      <dgm:prSet presAssocID="{285DDE84-C4D1-42AD-BBC4-B7B9486AF1CA}" presName="entireBox" presStyleLbl="node1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FC4813B3-5F63-4606-AB38-D87D14DAF5B9}" type="pres">
      <dgm:prSet presAssocID="{285DDE84-C4D1-42AD-BBC4-B7B9486AF1CA}" presName="descendantBox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D753BB8E-A279-4D9C-8870-E9000EE0F9D3}" type="pres">
      <dgm:prSet custLinFactNeighborX="10" custLinFactNeighborY="-9585" custScaleY="126487" presAssocID="{623792AA-E345-49F9-8998-516E8061C0AB}" presName="childTextBox" presStyleLbl="fgAccFollowNode1" presStyleIdx="0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80CAD24-10FC-4BC7-BAE3-9EF8684FB971}" type="pres">
      <dgm:prSet custLinFactNeighborX="10" custLinFactNeighborY="-9585" custScaleY="126487" presAssocID="{A8B75D60-D542-46A6-BABC-A45E0AD185A3}" presName="childTextBox" presStyleLbl="fgAccFollowNode1" presStyleIdx="1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42E006DD-68BE-4124-88F5-34005447B783}" type="pres">
      <dgm:prSet presAssocID="{982BDC04-FCBF-4FD3-BF63-5F3734C12E08}" presName="s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7BA46DD-E185-4CC1-A6AC-DF7677116EE6}" type="pres">
      <dgm:prSet presAssocID="{3F99A76C-FFA2-43B3-AF5A-FE1B80F8846C}" presName="arrowAndChildren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5BE23687-ADB5-484C-9EE7-BB6E5F3ABF9A}" type="pres">
      <dgm:prSet presAssocID="{3F99A76C-FFA2-43B3-AF5A-FE1B80F8846C}" presName="parentTextArrow" presStyleLbl="node1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8A0575AF-BC5F-4374-B2E8-94B18E50DC36}" type="pres">
      <dgm:prSet presAssocID="{3F99A76C-FFA2-43B3-AF5A-FE1B80F8846C}" presName="arrow" presStyleLbl="node1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A58D9D62-907C-4979-8074-C3ECF9696B00}" type="pres">
      <dgm:prSet presAssocID="{3F99A76C-FFA2-43B3-AF5A-FE1B80F8846C}" presName="descendantArrow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0E66FF4-2963-4586-980A-4F65C7533C13}" type="pres">
      <dgm:prSet presAssocID="{B36F8E7B-D352-44EB-AF96-FFD56E3DB94A}" presName="childTextArrow" presStyleLbl="fgAccFollowNode1" presStyleIdx="2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8181EBA-4A08-4D40-B478-E94E0C9E51FE}" type="pres">
      <dgm:prSet presAssocID="{037B80EB-B7E2-4617-BE48-2BDFF9838363}" presName="childTextArrow" presStyleLbl="fgAccFollowNode1" presStyleIdx="3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A942AC18-F041-4AC2-AB08-69503819EF15}" type="pres">
      <dgm:prSet presAssocID="{9EB20D96-3717-4A15-ACE0-A3FC10EB58A4}" presName="childTextArrow" presStyleLbl="fgAccFollowNode1" presStyleIdx="4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C9FE7D2-94AD-465A-A807-4B470C00A898}" type="presOf" srcId="{285DDE84-C4D1-42AD-BBC4-B7B9486AF1CA}" destId="{B68EE65B-95B4-41BD-B24A-0BA2F2AAA4E5}" srcOrd="0" destOrd="0" presId="urn:microsoft.com/office/officeart/2005/8/layout/process4"/>
    <dgm:cxn modelId="{55A39498-CAC7-4063-B2E8-226E7CAC7BE6}" srcId="{E82B5BF5-A8AF-45C7-B599-3A964DE5B0A9}" destId="{3F99A76C-FFA2-43B3-AF5A-FE1B80F8846C}" srcOrd="0" destOrd="0" parTransId="{0199277E-BEA6-4C9E-8178-D43F198D60D8}" sibTransId="{982BDC04-FCBF-4FD3-BF63-5F3734C12E08}"/>
    <dgm:cxn modelId="{62836C5C-E8A4-49F6-8212-77AD6DBAF963}" type="presOf" srcId="{3F99A76C-FFA2-43B3-AF5A-FE1B80F8846C}" destId="{5BE23687-ADB5-484C-9EE7-BB6E5F3ABF9A}" srcOrd="0" destOrd="0" presId="urn:microsoft.com/office/officeart/2005/8/layout/process4"/>
    <dgm:cxn modelId="{058095B1-936D-4521-8105-2175D4E4951B}" type="presOf" srcId="{A8B75D60-D542-46A6-BABC-A45E0AD185A3}" destId="{580CAD24-10FC-4BC7-BAE3-9EF8684FB971}" srcOrd="0" destOrd="0" presId="urn:microsoft.com/office/officeart/2005/8/layout/process4"/>
    <dgm:cxn modelId="{00BA613B-62D2-4562-81D7-792F234D10A8}" srcId="{285DDE84-C4D1-42AD-BBC4-B7B9486AF1CA}" destId="{A8B75D60-D542-46A6-BABC-A45E0AD185A3}" srcOrd="1" destOrd="0" parTransId="{957485F9-2F80-40F4-8725-50D1B1212E9B}" sibTransId="{BBBE4DA5-73ED-466E-A42A-FE6C77C1978F}"/>
    <dgm:cxn modelId="{8DA6A8D2-59B2-4BAB-9DB3-2EADF399B9B1}" type="presOf" srcId="{9EB20D96-3717-4A15-ACE0-A3FC10EB58A4}" destId="{A942AC18-F041-4AC2-AB08-69503819EF15}" srcOrd="0" destOrd="0" presId="urn:microsoft.com/office/officeart/2005/8/layout/process4"/>
    <dgm:cxn modelId="{6C3E24BC-F364-42E8-B14A-FCE8F228298F}" type="presOf" srcId="{285DDE84-C4D1-42AD-BBC4-B7B9486AF1CA}" destId="{BEBA004D-8807-4A9A-9C30-19B8FC2373F2}" srcOrd="1" destOrd="0" presId="urn:microsoft.com/office/officeart/2005/8/layout/process4"/>
    <dgm:cxn modelId="{BF2363E2-3E82-4720-ADBC-F69AA902F3E4}" srcId="{E82B5BF5-A8AF-45C7-B599-3A964DE5B0A9}" destId="{285DDE84-C4D1-42AD-BBC4-B7B9486AF1CA}" srcOrd="1" destOrd="0" parTransId="{ADACA53F-B19D-44C6-82FA-4FEC5E2808DE}" sibTransId="{22025BA7-93FF-47B8-AB24-F3EAE1564329}"/>
    <dgm:cxn modelId="{285B5666-2940-4F4E-9EFF-ABD3E7A6C9D1}" srcId="{285DDE84-C4D1-42AD-BBC4-B7B9486AF1CA}" destId="{623792AA-E345-49F9-8998-516E8061C0AB}" srcOrd="0" destOrd="0" parTransId="{9221428E-B2DD-4741-BFDF-3E1AC537618B}" sibTransId="{396CCF6F-6D70-48E0-B919-1CF4058295B3}"/>
    <dgm:cxn modelId="{F99656CF-09C4-42FB-8A62-C6DDA6999B6D}" type="presOf" srcId="{B36F8E7B-D352-44EB-AF96-FFD56E3DB94A}" destId="{F0E66FF4-2963-4586-980A-4F65C7533C13}" srcOrd="0" destOrd="0" presId="urn:microsoft.com/office/officeart/2005/8/layout/process4"/>
    <dgm:cxn modelId="{8B52398F-826B-4EDB-9BB8-C8B49C365BBF}" type="presOf" srcId="{E82B5BF5-A8AF-45C7-B599-3A964DE5B0A9}" destId="{7F5576FE-C9E5-46AB-B06B-7AB155F35645}" srcOrd="0" destOrd="0" presId="urn:microsoft.com/office/officeart/2005/8/layout/process4"/>
    <dgm:cxn modelId="{C9C18180-5097-4C8F-BA9B-7C59A82F5D4D}" srcId="{3F99A76C-FFA2-43B3-AF5A-FE1B80F8846C}" destId="{B36F8E7B-D352-44EB-AF96-FFD56E3DB94A}" srcOrd="0" destOrd="0" parTransId="{48309A2F-B811-4D08-B494-336685220677}" sibTransId="{3B99342E-6F64-4BA9-80A0-7BB3EBF838BF}"/>
    <dgm:cxn modelId="{EFC2A6A3-AAA7-487C-BD26-3FDF33F72AA1}" srcId="{3F99A76C-FFA2-43B3-AF5A-FE1B80F8846C}" destId="{9EB20D96-3717-4A15-ACE0-A3FC10EB58A4}" srcOrd="2" destOrd="0" parTransId="{2207ABA1-398C-45FF-8E27-44D9C0303DAB}" sibTransId="{CF560954-1A7E-4B48-B739-3BCDE91632F1}"/>
    <dgm:cxn modelId="{8EAD5B62-E3C6-478A-AF8C-61A6635B7982}" type="presOf" srcId="{3F99A76C-FFA2-43B3-AF5A-FE1B80F8846C}" destId="{8A0575AF-BC5F-4374-B2E8-94B18E50DC36}" srcOrd="1" destOrd="0" presId="urn:microsoft.com/office/officeart/2005/8/layout/process4"/>
    <dgm:cxn modelId="{E7557CF0-CA2B-4225-A97C-9347FE54EB71}" srcId="{3F99A76C-FFA2-43B3-AF5A-FE1B80F8846C}" destId="{037B80EB-B7E2-4617-BE48-2BDFF9838363}" srcOrd="1" destOrd="0" parTransId="{52CA32D7-20FB-42F6-8F9D-1BE0C63BABDC}" sibTransId="{24EF1DF8-CAAD-4592-89BF-7AC5627EFF63}"/>
    <dgm:cxn modelId="{893B2FD7-1566-411D-ADEE-EE39B1459E67}" type="presOf" srcId="{037B80EB-B7E2-4617-BE48-2BDFF9838363}" destId="{E8181EBA-4A08-4D40-B478-E94E0C9E51FE}" srcOrd="0" destOrd="0" presId="urn:microsoft.com/office/officeart/2005/8/layout/process4"/>
    <dgm:cxn modelId="{9BB4FC22-8096-4790-B23B-713DE29D2B97}" type="presOf" srcId="{623792AA-E345-49F9-8998-516E8061C0AB}" destId="{D753BB8E-A279-4D9C-8870-E9000EE0F9D3}" srcOrd="0" destOrd="0" presId="urn:microsoft.com/office/officeart/2005/8/layout/process4"/>
    <dgm:cxn modelId="{A4CD87E6-AF7E-4823-90FF-FED5C1EF4AE4}" type="presParOf" srcId="{7F5576FE-C9E5-46AB-B06B-7AB155F35645}" destId="{F8A2D4EB-C7AD-4089-9476-006844FFCEB0}" srcOrd="0" destOrd="0" presId="urn:microsoft.com/office/officeart/2005/8/layout/process4"/>
    <dgm:cxn modelId="{E087C35C-DA4A-4E7B-BEF4-816367884C74}" type="presParOf" srcId="{F8A2D4EB-C7AD-4089-9476-006844FFCEB0}" destId="{B68EE65B-95B4-41BD-B24A-0BA2F2AAA4E5}" srcOrd="0" destOrd="0" presId="urn:microsoft.com/office/officeart/2005/8/layout/process4"/>
    <dgm:cxn modelId="{700B276F-AC43-4612-ADB2-7FB4072C2993}" type="presParOf" srcId="{F8A2D4EB-C7AD-4089-9476-006844FFCEB0}" destId="{BEBA004D-8807-4A9A-9C30-19B8FC2373F2}" srcOrd="1" destOrd="0" presId="urn:microsoft.com/office/officeart/2005/8/layout/process4"/>
    <dgm:cxn modelId="{BD406A62-3847-4F18-87F0-187F20697028}" type="presParOf" srcId="{F8A2D4EB-C7AD-4089-9476-006844FFCEB0}" destId="{FC4813B3-5F63-4606-AB38-D87D14DAF5B9}" srcOrd="2" destOrd="0" presId="urn:microsoft.com/office/officeart/2005/8/layout/process4"/>
    <dgm:cxn modelId="{2D2106FC-AB8A-4C86-BFC0-9FBAE6CF4415}" type="presParOf" srcId="{FC4813B3-5F63-4606-AB38-D87D14DAF5B9}" destId="{D753BB8E-A279-4D9C-8870-E9000EE0F9D3}" srcOrd="0" destOrd="0" presId="urn:microsoft.com/office/officeart/2005/8/layout/process4"/>
    <dgm:cxn modelId="{EB1BCBEF-2BA4-407D-87C7-F26139947F26}" type="presParOf" srcId="{FC4813B3-5F63-4606-AB38-D87D14DAF5B9}" destId="{580CAD24-10FC-4BC7-BAE3-9EF8684FB971}" srcOrd="1" destOrd="0" presId="urn:microsoft.com/office/officeart/2005/8/layout/process4"/>
    <dgm:cxn modelId="{7D90F4D8-FCE3-4167-9534-750DB75770A2}" type="presParOf" srcId="{7F5576FE-C9E5-46AB-B06B-7AB155F35645}" destId="{42E006DD-68BE-4124-88F5-34005447B783}" srcOrd="1" destOrd="0" presId="urn:microsoft.com/office/officeart/2005/8/layout/process4"/>
    <dgm:cxn modelId="{CF84FCE7-F5DF-4614-87D5-E82018534A72}" type="presParOf" srcId="{7F5576FE-C9E5-46AB-B06B-7AB155F35645}" destId="{F7BA46DD-E185-4CC1-A6AC-DF7677116EE6}" srcOrd="2" destOrd="0" presId="urn:microsoft.com/office/officeart/2005/8/layout/process4"/>
    <dgm:cxn modelId="{51ABE16C-6C82-4A43-AE36-AFD9E89AA6D2}" type="presParOf" srcId="{F7BA46DD-E185-4CC1-A6AC-DF7677116EE6}" destId="{5BE23687-ADB5-484C-9EE7-BB6E5F3ABF9A}" srcOrd="0" destOrd="0" presId="urn:microsoft.com/office/officeart/2005/8/layout/process4"/>
    <dgm:cxn modelId="{302FDDEC-712E-4986-AC2A-225D82A12A08}" type="presParOf" srcId="{F7BA46DD-E185-4CC1-A6AC-DF7677116EE6}" destId="{8A0575AF-BC5F-4374-B2E8-94B18E50DC36}" srcOrd="1" destOrd="0" presId="urn:microsoft.com/office/officeart/2005/8/layout/process4"/>
    <dgm:cxn modelId="{A378CBFF-B991-458A-8018-A38B1BE12F49}" type="presParOf" srcId="{F7BA46DD-E185-4CC1-A6AC-DF7677116EE6}" destId="{A58D9D62-907C-4979-8074-C3ECF9696B00}" srcOrd="2" destOrd="0" presId="urn:microsoft.com/office/officeart/2005/8/layout/process4"/>
    <dgm:cxn modelId="{5A0D7EB0-B299-4C0A-8CA0-813397018020}" type="presParOf" srcId="{A58D9D62-907C-4979-8074-C3ECF9696B00}" destId="{F0E66FF4-2963-4586-980A-4F65C7533C13}" srcOrd="0" destOrd="0" presId="urn:microsoft.com/office/officeart/2005/8/layout/process4"/>
    <dgm:cxn modelId="{B8ED9FCB-AF48-4C35-B9E4-AEC1C258A921}" type="presParOf" srcId="{A58D9D62-907C-4979-8074-C3ECF9696B00}" destId="{E8181EBA-4A08-4D40-B478-E94E0C9E51FE}" srcOrd="1" destOrd="0" presId="urn:microsoft.com/office/officeart/2005/8/layout/process4"/>
    <dgm:cxn modelId="{E5EA893E-7626-4B63-8260-B0ED0A354C2D}" type="presParOf" srcId="{A58D9D62-907C-4979-8074-C3ECF9696B00}" destId="{A942AC18-F041-4AC2-AB08-69503819EF15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CCF293F-CE3B-49F0-99AD-B53D43F8E49D}" type="doc">
      <dgm:prSet loTypeId="urn:microsoft.com/office/officeart/2005/8/layout/orgChart1" loCatId="hierarchy" qsTypeId="urn:microsoft.com/office/officeart/2005/8/quickstyle/simple1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02874E8B-4450-497C-86A5-25E9428FA621}">
      <dgm:prSet phldrT="" custT="1"/>
      <dgm:spPr bwMode="auto"/>
      <dgm:t>
        <a:bodyPr/>
        <a:lstStyle/>
        <a:p>
          <a:pPr>
            <a:defRPr/>
          </a:pPr>
          <a:r>
            <a:rPr lang="ru-RU" sz="2000" b="1" i="0"/>
            <a:t>Производственный процесс состоит из следующих элементов</a:t>
          </a:r>
          <a:endParaRPr lang="ru-RU" sz="2000" b="1" i="0"/>
        </a:p>
      </dgm:t>
    </dgm:pt>
    <dgm:pt modelId="{D2108A69-7D5B-4597-BD68-CEBB07B6D2CD}" type="parTrans" cxnId="{A75CF6B9-2E9A-4E0C-94F0-BBFAC506F18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48154B5-7D16-46D0-9F85-27F9842A141E}" type="sibTrans" cxnId="{A75CF6B9-2E9A-4E0C-94F0-BBFAC506F18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3AFE0C1-174C-46F1-A6FE-C3F30E4B173F}">
      <dgm:prSet phldrT=""/>
      <dgm:spPr bwMode="auto"/>
      <dgm:t>
        <a:bodyPr/>
        <a:lstStyle/>
        <a:p>
          <a:pPr>
            <a:defRPr/>
          </a:pPr>
          <a:r>
            <a:rPr lang="ru-RU" b="1" i="0"/>
            <a:t>1. Средства производства </a:t>
          </a:r>
          <a:r>
            <a:rPr lang="ru-RU" b="0" i="0"/>
            <a:t>(имущество организации):</a:t>
          </a:r>
          <a:endParaRPr lang="ru-RU" b="0" i="0"/>
        </a:p>
      </dgm:t>
    </dgm:pt>
    <dgm:pt modelId="{C930958C-B670-4808-AFE0-E350DA9CD12E}" type="parTrans" cxnId="{927E9A8E-B781-4379-966C-2847DB6F427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A09702F-50D4-4BF9-B725-BE72B4A3638C}" type="sibTrans" cxnId="{927E9A8E-B781-4379-966C-2847DB6F427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5A6F2D0-5C46-4D04-BE60-F6E08D0E161A}">
      <dgm:prSet phldrT=""/>
      <dgm:spPr bwMode="auto"/>
      <dgm:t>
        <a:bodyPr/>
        <a:lstStyle/>
        <a:p>
          <a:pPr>
            <a:defRPr/>
          </a:pPr>
          <a:r>
            <a:rPr lang="ru-RU" b="0" i="0"/>
            <a:t>- предметы труда (оборотный капитал) – то, что преобразуется в процессе труда (сырье, материалы, полуфабрикаты);</a:t>
          </a:r>
          <a:endParaRPr lang="ru-RU" b="0" i="0"/>
        </a:p>
      </dgm:t>
    </dgm:pt>
    <dgm:pt modelId="{5280E988-43F4-469D-83F2-846EC502CE82}" type="parTrans" cxnId="{E3BA0D71-0642-4EE3-8F9A-3E7A0A855AC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BF0A06B-3740-4B97-AF5B-E933537B2734}" type="sibTrans" cxnId="{E3BA0D71-0642-4EE3-8F9A-3E7A0A855AC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659D2B0-6AE9-4941-8CAD-62A98F17E2D3}">
      <dgm:prSet phldrT=""/>
      <dgm:spPr bwMode="auto"/>
      <dgm:t>
        <a:bodyPr/>
        <a:lstStyle/>
        <a:p>
          <a:pPr>
            <a:defRPr/>
          </a:pPr>
          <a:r>
            <a:rPr lang="ru-RU" b="0" i="0"/>
            <a:t>- средства труда (основной капитал) – орудия труда, с использованием которых работник воздействует на предмет труда.</a:t>
          </a:r>
          <a:endParaRPr lang="ru-RU" b="0" i="0"/>
        </a:p>
      </dgm:t>
    </dgm:pt>
    <dgm:pt modelId="{D8C7613E-A027-429A-A9B6-A86026F2CEE3}" type="parTrans" cxnId="{A917A2C6-33E5-4806-99C3-5467FD00B68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87ACAC6-A4CC-48A8-A331-D3CAD64883E1}" type="sibTrans" cxnId="{A917A2C6-33E5-4806-99C3-5467FD00B68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006BB81-23ED-4228-986D-74EFAEE98850}">
      <dgm:prSet phldrT=""/>
      <dgm:spPr bwMode="auto"/>
      <dgm:t>
        <a:bodyPr/>
        <a:lstStyle/>
        <a:p>
          <a:pPr>
            <a:defRPr/>
          </a:pPr>
          <a:r>
            <a:rPr lang="ru-RU" b="1" i="0"/>
            <a:t>2. Трудовые ресурсы – </a:t>
          </a:r>
          <a:r>
            <a:rPr lang="ru-RU" b="0" i="0"/>
            <a:t>совокупность физических и умственных способностей человека, которые он использует для производства благ и услуг.</a:t>
          </a:r>
          <a:endParaRPr lang="ru-RU" b="0" i="0"/>
        </a:p>
      </dgm:t>
    </dgm:pt>
    <dgm:pt modelId="{F95B7ED8-FB19-4902-A718-77F055A68AE9}" type="parTrans" cxnId="{B287FC74-0B1A-4E89-A06C-9EB89D9B754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61ABD6D-E54E-4483-A9F0-394C0C56ADF3}" type="sibTrans" cxnId="{B287FC74-0B1A-4E89-A06C-9EB89D9B754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3176FFF-0773-4C2E-BD27-31CF2F522C1B}" type="pres">
      <dgm:prSet presAssocID="{3CCF293F-CE3B-49F0-99AD-B53D43F8E49D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CE0F324-E478-4033-948C-7B25D3C5F787}" type="pres">
      <dgm:prSet presAssocID="{02874E8B-4450-497C-86A5-25E9428FA621}" presName="hierRoot1" presStyleCnt="0">
        <dgm:presLayoutVars>
          <dgm:hierBranch val="init"/>
        </dgm:presLayoutVars>
      </dgm:prSet>
      <dgm:spPr bwMode="auto"/>
    </dgm:pt>
    <dgm:pt modelId="{84DBA2F8-7F2A-4D32-AD8F-51A1EE9E401E}" type="pres">
      <dgm:prSet presAssocID="{02874E8B-4450-497C-86A5-25E9428FA621}" presName="rootComposite1" presStyleCnt="0"/>
      <dgm:spPr bwMode="auto"/>
    </dgm:pt>
    <dgm:pt modelId="{03BA9168-91EA-48D3-89DF-DF00B95D3764}" type="pres">
      <dgm:prSet custScaleX="180995" presAssocID="{02874E8B-4450-497C-86A5-25E9428FA621}" presName="rootText1" presStyleLbl="node0" presStyleIdx="0" presStyleCnt="1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6653197-818B-4848-8571-AA1F9450F1A1}" type="pres">
      <dgm:prSet presAssocID="{02874E8B-4450-497C-86A5-25E9428FA621}" presName="rootConnector1" presStyleLbl="node1" presStyleIdx="0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54E4265F-2B57-4E20-97AA-F8EB1EEC3E74}" type="pres">
      <dgm:prSet presAssocID="{02874E8B-4450-497C-86A5-25E9428FA621}" presName="hierChild2" presStyleCnt="0"/>
      <dgm:spPr bwMode="auto"/>
    </dgm:pt>
    <dgm:pt modelId="{DFE5AE5B-05E6-4041-8968-61CEA831BE99}" type="pres">
      <dgm:prSet presAssocID="{C930958C-B670-4808-AFE0-E350DA9CD12E}" presName="Name37" presStyleLbl="parChTrans1D2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244B0E9A-4D6E-4FFA-AA71-D2DEEC4F01BE}" type="pres">
      <dgm:prSet presAssocID="{73AFE0C1-174C-46F1-A6FE-C3F30E4B173F}" presName="hierRoot2" presStyleCnt="0">
        <dgm:presLayoutVars>
          <dgm:hierBranch val="init"/>
        </dgm:presLayoutVars>
      </dgm:prSet>
      <dgm:spPr bwMode="auto"/>
    </dgm:pt>
    <dgm:pt modelId="{8A2BFA6A-D0D9-42D7-A725-23FCF65E50E9}" type="pres">
      <dgm:prSet presAssocID="{73AFE0C1-174C-46F1-A6FE-C3F30E4B173F}" presName="rootComposite" presStyleCnt="0"/>
      <dgm:spPr bwMode="auto"/>
    </dgm:pt>
    <dgm:pt modelId="{DCA5832E-3734-4497-9DCB-7A8E8392B25E}" type="pres">
      <dgm:prSet custScaleX="195969" presAssocID="{73AFE0C1-174C-46F1-A6FE-C3F30E4B173F}" presName="rootText" presStyleLbl="node2" presStyleIdx="0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9A6424D-B787-4EF6-97CC-A5D41B829016}" type="pres">
      <dgm:prSet presAssocID="{73AFE0C1-174C-46F1-A6FE-C3F30E4B173F}" presName="rootConnector" presStyleLbl="node2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EFF8E90B-4C11-4374-AC7A-F29CB206318F}" type="pres">
      <dgm:prSet presAssocID="{73AFE0C1-174C-46F1-A6FE-C3F30E4B173F}" presName="hierChild4" presStyleCnt="0"/>
      <dgm:spPr bwMode="auto"/>
    </dgm:pt>
    <dgm:pt modelId="{8683D3AC-5D93-490E-A8F3-6159C57873CD}" type="pres">
      <dgm:prSet presAssocID="{5280E988-43F4-469D-83F2-846EC502CE82}" presName="Name37" presStyleLbl="parChTrans1D3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935E2220-8C83-408A-B23C-7880F49B91EC}" type="pres">
      <dgm:prSet presAssocID="{B5A6F2D0-5C46-4D04-BE60-F6E08D0E161A}" presName="hierRoot2" presStyleCnt="0">
        <dgm:presLayoutVars>
          <dgm:hierBranch val="init"/>
        </dgm:presLayoutVars>
      </dgm:prSet>
      <dgm:spPr bwMode="auto"/>
    </dgm:pt>
    <dgm:pt modelId="{78A3341A-412B-40A3-8BEA-B908A16657EF}" type="pres">
      <dgm:prSet presAssocID="{B5A6F2D0-5C46-4D04-BE60-F6E08D0E161A}" presName="rootComposite" presStyleCnt="0"/>
      <dgm:spPr bwMode="auto"/>
    </dgm:pt>
    <dgm:pt modelId="{1BB34242-A2E4-4BF6-B66C-02B23E5D501B}" type="pres">
      <dgm:prSet custScaleX="195969" presAssocID="{B5A6F2D0-5C46-4D04-BE60-F6E08D0E161A}" presName="rootText" presStyleLbl="node3" presStyleIdx="0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7E8D485-AD32-4A54-8934-13B4510BAF60}" type="pres">
      <dgm:prSet presAssocID="{B5A6F2D0-5C46-4D04-BE60-F6E08D0E161A}" presName="rootConnector" presStyleLbl="node3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CF565D1C-45CC-4CD1-B6FA-0ECC75B65A69}" type="pres">
      <dgm:prSet presAssocID="{B5A6F2D0-5C46-4D04-BE60-F6E08D0E161A}" presName="hierChild4" presStyleCnt="0"/>
      <dgm:spPr bwMode="auto"/>
    </dgm:pt>
    <dgm:pt modelId="{BEC0A77C-A3B0-4AAB-8703-2A587829B582}" type="pres">
      <dgm:prSet presAssocID="{B5A6F2D0-5C46-4D04-BE60-F6E08D0E161A}" presName="hierChild5" presStyleCnt="0"/>
      <dgm:spPr bwMode="auto"/>
    </dgm:pt>
    <dgm:pt modelId="{D69A536B-8D4E-4607-8D45-9142BE7EE7A3}" type="pres">
      <dgm:prSet presAssocID="{D8C7613E-A027-429A-A9B6-A86026F2CEE3}" presName="Name37" presStyleLbl="parChTrans1D3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0E829426-16F0-42B1-8DE6-7EB379B0D7EB}" type="pres">
      <dgm:prSet presAssocID="{F659D2B0-6AE9-4941-8CAD-62A98F17E2D3}" presName="hierRoot2" presStyleCnt="0">
        <dgm:presLayoutVars>
          <dgm:hierBranch val="init"/>
        </dgm:presLayoutVars>
      </dgm:prSet>
      <dgm:spPr bwMode="auto"/>
    </dgm:pt>
    <dgm:pt modelId="{4EDCB3CA-221F-470A-9E1A-FEBE38420BC5}" type="pres">
      <dgm:prSet presAssocID="{F659D2B0-6AE9-4941-8CAD-62A98F17E2D3}" presName="rootComposite" presStyleCnt="0"/>
      <dgm:spPr bwMode="auto"/>
    </dgm:pt>
    <dgm:pt modelId="{18EB9A97-82A2-45E1-80DA-D7AC4A9751B8}" type="pres">
      <dgm:prSet custScaleX="195969" presAssocID="{F659D2B0-6AE9-4941-8CAD-62A98F17E2D3}" presName="rootText" presStyleLbl="node3" presStyleIdx="1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65934AC-D208-4F6A-8FFA-88FE5C905387}" type="pres">
      <dgm:prSet presAssocID="{F659D2B0-6AE9-4941-8CAD-62A98F17E2D3}" presName="rootConnector" presStyleLbl="node3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D08FABEA-B189-420C-A3B0-5A719ECC24E1}" type="pres">
      <dgm:prSet presAssocID="{F659D2B0-6AE9-4941-8CAD-62A98F17E2D3}" presName="hierChild4" presStyleCnt="0"/>
      <dgm:spPr bwMode="auto"/>
    </dgm:pt>
    <dgm:pt modelId="{106CACA9-D4E2-4C0E-9BB4-F2C1E6D99409}" type="pres">
      <dgm:prSet presAssocID="{F659D2B0-6AE9-4941-8CAD-62A98F17E2D3}" presName="hierChild5" presStyleCnt="0"/>
      <dgm:spPr bwMode="auto"/>
    </dgm:pt>
    <dgm:pt modelId="{597539FA-4ABE-485D-93AC-BAC478CCB69B}" type="pres">
      <dgm:prSet presAssocID="{73AFE0C1-174C-46F1-A6FE-C3F30E4B173F}" presName="hierChild5" presStyleCnt="0"/>
      <dgm:spPr bwMode="auto"/>
    </dgm:pt>
    <dgm:pt modelId="{A9BD531F-AB42-48F3-B60E-7E966AD2552A}" type="pres">
      <dgm:prSet presAssocID="{F95B7ED8-FB19-4902-A718-77F055A68AE9}" presName="Name37" presStyleLbl="parChTrans1D2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BA983935-2D8D-4FE3-A423-EF07C68B7EE0}" type="pres">
      <dgm:prSet presAssocID="{5006BB81-23ED-4228-986D-74EFAEE98850}" presName="hierRoot2" presStyleCnt="0">
        <dgm:presLayoutVars>
          <dgm:hierBranch val="init"/>
        </dgm:presLayoutVars>
      </dgm:prSet>
      <dgm:spPr bwMode="auto"/>
    </dgm:pt>
    <dgm:pt modelId="{C99F230C-6F2F-4B10-9A42-05C9AEF77781}" type="pres">
      <dgm:prSet presAssocID="{5006BB81-23ED-4228-986D-74EFAEE98850}" presName="rootComposite" presStyleCnt="0"/>
      <dgm:spPr bwMode="auto"/>
    </dgm:pt>
    <dgm:pt modelId="{EADDDE6D-AB15-439B-8281-61DB3EDD4EC6}" type="pres">
      <dgm:prSet custScaleX="195969" presAssocID="{5006BB81-23ED-4228-986D-74EFAEE98850}" presName="rootText" presStyleLbl="node2" presStyleIdx="1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49317FEC-E056-4E63-9059-9F4A12E99F90}" type="pres">
      <dgm:prSet presAssocID="{5006BB81-23ED-4228-986D-74EFAEE98850}" presName="rootConnector" presStyleLbl="node2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BFE820A0-D9A0-41E9-A8E8-211942EC3DFD}" type="pres">
      <dgm:prSet presAssocID="{5006BB81-23ED-4228-986D-74EFAEE98850}" presName="hierChild4" presStyleCnt="0"/>
      <dgm:spPr bwMode="auto"/>
    </dgm:pt>
    <dgm:pt modelId="{E3D6E1A1-1563-49F2-88CF-A6302F9929CF}" type="pres">
      <dgm:prSet presAssocID="{5006BB81-23ED-4228-986D-74EFAEE98850}" presName="hierChild5" presStyleCnt="0"/>
      <dgm:spPr bwMode="auto"/>
    </dgm:pt>
    <dgm:pt modelId="{12B64EE4-574C-4CD2-989C-716C0D518632}" type="pres">
      <dgm:prSet presAssocID="{02874E8B-4450-497C-86A5-25E9428FA621}" presName="hierChild3" presStyleCnt="0"/>
      <dgm:spPr bwMode="auto"/>
    </dgm:pt>
  </dgm:ptLst>
  <dgm:cxnLst>
    <dgm:cxn modelId="{9B1AF62E-FEE5-418A-93D9-7ECAF5416095}" type="presOf" srcId="{73AFE0C1-174C-46F1-A6FE-C3F30E4B173F}" destId="{DCA5832E-3734-4497-9DCB-7A8E8392B25E}" srcOrd="0" destOrd="0" presId="urn:microsoft.com/office/officeart/2005/8/layout/orgChart1"/>
    <dgm:cxn modelId="{2A9DEC6B-0836-4369-A49C-2249959F4A66}" type="presOf" srcId="{F659D2B0-6AE9-4941-8CAD-62A98F17E2D3}" destId="{165934AC-D208-4F6A-8FFA-88FE5C905387}" srcOrd="1" destOrd="0" presId="urn:microsoft.com/office/officeart/2005/8/layout/orgChart1"/>
    <dgm:cxn modelId="{4F6C03E6-DF17-45BB-8C5F-3E42B093BDD7}" type="presOf" srcId="{B5A6F2D0-5C46-4D04-BE60-F6E08D0E161A}" destId="{27E8D485-AD32-4A54-8934-13B4510BAF60}" srcOrd="1" destOrd="0" presId="urn:microsoft.com/office/officeart/2005/8/layout/orgChart1"/>
    <dgm:cxn modelId="{0848E0D7-89D0-453C-AFBA-B0CD5AAEDAE9}" type="presOf" srcId="{3CCF293F-CE3B-49F0-99AD-B53D43F8E49D}" destId="{63176FFF-0773-4C2E-BD27-31CF2F522C1B}" srcOrd="0" destOrd="0" presId="urn:microsoft.com/office/officeart/2005/8/layout/orgChart1"/>
    <dgm:cxn modelId="{3DC031E4-27EE-4892-B420-3C994448A7F5}" type="presOf" srcId="{73AFE0C1-174C-46F1-A6FE-C3F30E4B173F}" destId="{29A6424D-B787-4EF6-97CC-A5D41B829016}" srcOrd="1" destOrd="0" presId="urn:microsoft.com/office/officeart/2005/8/layout/orgChart1"/>
    <dgm:cxn modelId="{C670BDF4-7B90-4847-B64E-CD0B55E5C3F6}" type="presOf" srcId="{02874E8B-4450-497C-86A5-25E9428FA621}" destId="{26653197-818B-4848-8571-AA1F9450F1A1}" srcOrd="1" destOrd="0" presId="urn:microsoft.com/office/officeart/2005/8/layout/orgChart1"/>
    <dgm:cxn modelId="{E3BA0D71-0642-4EE3-8F9A-3E7A0A855ACA}" srcId="{73AFE0C1-174C-46F1-A6FE-C3F30E4B173F}" destId="{B5A6F2D0-5C46-4D04-BE60-F6E08D0E161A}" srcOrd="0" destOrd="0" parTransId="{5280E988-43F4-469D-83F2-846EC502CE82}" sibTransId="{EBF0A06B-3740-4B97-AF5B-E933537B2734}"/>
    <dgm:cxn modelId="{A75CF6B9-2E9A-4E0C-94F0-BBFAC506F186}" srcId="{3CCF293F-CE3B-49F0-99AD-B53D43F8E49D}" destId="{02874E8B-4450-497C-86A5-25E9428FA621}" srcOrd="0" destOrd="0" parTransId="{D2108A69-7D5B-4597-BD68-CEBB07B6D2CD}" sibTransId="{248154B5-7D16-46D0-9F85-27F9842A141E}"/>
    <dgm:cxn modelId="{0A4F43A0-35AF-4609-9DC7-793F3A1FB9F5}" type="presOf" srcId="{5006BB81-23ED-4228-986D-74EFAEE98850}" destId="{EADDDE6D-AB15-439B-8281-61DB3EDD4EC6}" srcOrd="0" destOrd="0" presId="urn:microsoft.com/office/officeart/2005/8/layout/orgChart1"/>
    <dgm:cxn modelId="{B287FC74-0B1A-4E89-A06C-9EB89D9B7547}" srcId="{02874E8B-4450-497C-86A5-25E9428FA621}" destId="{5006BB81-23ED-4228-986D-74EFAEE98850}" srcOrd="1" destOrd="0" parTransId="{F95B7ED8-FB19-4902-A718-77F055A68AE9}" sibTransId="{061ABD6D-E54E-4483-A9F0-394C0C56ADF3}"/>
    <dgm:cxn modelId="{E4226737-470A-4A76-AE6C-F09C4545195A}" type="presOf" srcId="{5280E988-43F4-469D-83F2-846EC502CE82}" destId="{8683D3AC-5D93-490E-A8F3-6159C57873CD}" srcOrd="0" destOrd="0" presId="urn:microsoft.com/office/officeart/2005/8/layout/orgChart1"/>
    <dgm:cxn modelId="{A917A2C6-33E5-4806-99C3-5467FD00B68B}" srcId="{73AFE0C1-174C-46F1-A6FE-C3F30E4B173F}" destId="{F659D2B0-6AE9-4941-8CAD-62A98F17E2D3}" srcOrd="1" destOrd="0" parTransId="{D8C7613E-A027-429A-A9B6-A86026F2CEE3}" sibTransId="{587ACAC6-A4CC-48A8-A331-D3CAD64883E1}"/>
    <dgm:cxn modelId="{9796ED9B-A251-432E-9BB5-B0B832EA2688}" type="presOf" srcId="{5006BB81-23ED-4228-986D-74EFAEE98850}" destId="{49317FEC-E056-4E63-9059-9F4A12E99F90}" srcOrd="1" destOrd="0" presId="urn:microsoft.com/office/officeart/2005/8/layout/orgChart1"/>
    <dgm:cxn modelId="{AC0FD5BE-CC0D-4585-BB5F-5C53F95188A9}" type="presOf" srcId="{F95B7ED8-FB19-4902-A718-77F055A68AE9}" destId="{A9BD531F-AB42-48F3-B60E-7E966AD2552A}" srcOrd="0" destOrd="0" presId="urn:microsoft.com/office/officeart/2005/8/layout/orgChart1"/>
    <dgm:cxn modelId="{73C4FC42-5F77-41E3-ABC3-889122C8075C}" type="presOf" srcId="{02874E8B-4450-497C-86A5-25E9428FA621}" destId="{03BA9168-91EA-48D3-89DF-DF00B95D3764}" srcOrd="0" destOrd="0" presId="urn:microsoft.com/office/officeart/2005/8/layout/orgChart1"/>
    <dgm:cxn modelId="{927E9A8E-B781-4379-966C-2847DB6F427D}" srcId="{02874E8B-4450-497C-86A5-25E9428FA621}" destId="{73AFE0C1-174C-46F1-A6FE-C3F30E4B173F}" srcOrd="0" destOrd="0" parTransId="{C930958C-B670-4808-AFE0-E350DA9CD12E}" sibTransId="{CA09702F-50D4-4BF9-B725-BE72B4A3638C}"/>
    <dgm:cxn modelId="{80D9CBEE-774B-44CC-93D4-5B6D431ACC1C}" type="presOf" srcId="{D8C7613E-A027-429A-A9B6-A86026F2CEE3}" destId="{D69A536B-8D4E-4607-8D45-9142BE7EE7A3}" srcOrd="0" destOrd="0" presId="urn:microsoft.com/office/officeart/2005/8/layout/orgChart1"/>
    <dgm:cxn modelId="{8396642C-300C-4F68-A05E-94F7B54E8416}" type="presOf" srcId="{C930958C-B670-4808-AFE0-E350DA9CD12E}" destId="{DFE5AE5B-05E6-4041-8968-61CEA831BE99}" srcOrd="0" destOrd="0" presId="urn:microsoft.com/office/officeart/2005/8/layout/orgChart1"/>
    <dgm:cxn modelId="{C7A5D372-07FB-44B7-ABFA-CB4F571B6D98}" type="presOf" srcId="{F659D2B0-6AE9-4941-8CAD-62A98F17E2D3}" destId="{18EB9A97-82A2-45E1-80DA-D7AC4A9751B8}" srcOrd="0" destOrd="0" presId="urn:microsoft.com/office/officeart/2005/8/layout/orgChart1"/>
    <dgm:cxn modelId="{187E9E24-79DD-4EDB-96EC-D65A28D14F68}" type="presOf" srcId="{B5A6F2D0-5C46-4D04-BE60-F6E08D0E161A}" destId="{1BB34242-A2E4-4BF6-B66C-02B23E5D501B}" srcOrd="0" destOrd="0" presId="urn:microsoft.com/office/officeart/2005/8/layout/orgChart1"/>
    <dgm:cxn modelId="{06D8015D-E6F5-43A4-914F-C29EA7A811B0}" type="presParOf" srcId="{63176FFF-0773-4C2E-BD27-31CF2F522C1B}" destId="{6CE0F324-E478-4033-948C-7B25D3C5F787}" srcOrd="0" destOrd="0" presId="urn:microsoft.com/office/officeart/2005/8/layout/orgChart1"/>
    <dgm:cxn modelId="{7F711F12-067C-4B82-9051-2E2973D882B1}" type="presParOf" srcId="{6CE0F324-E478-4033-948C-7B25D3C5F787}" destId="{84DBA2F8-7F2A-4D32-AD8F-51A1EE9E401E}" srcOrd="0" destOrd="0" presId="urn:microsoft.com/office/officeart/2005/8/layout/orgChart1"/>
    <dgm:cxn modelId="{2D430826-5DA9-4AED-B7E4-3DCE4C19A7B2}" type="presParOf" srcId="{84DBA2F8-7F2A-4D32-AD8F-51A1EE9E401E}" destId="{03BA9168-91EA-48D3-89DF-DF00B95D3764}" srcOrd="0" destOrd="0" presId="urn:microsoft.com/office/officeart/2005/8/layout/orgChart1"/>
    <dgm:cxn modelId="{4B239CCA-F085-4978-BF5E-1D8A67D08C31}" type="presParOf" srcId="{84DBA2F8-7F2A-4D32-AD8F-51A1EE9E401E}" destId="{26653197-818B-4848-8571-AA1F9450F1A1}" srcOrd="1" destOrd="0" presId="urn:microsoft.com/office/officeart/2005/8/layout/orgChart1"/>
    <dgm:cxn modelId="{4E4D52FD-D8EF-41CB-A93C-25A72B30CD6A}" type="presParOf" srcId="{6CE0F324-E478-4033-948C-7B25D3C5F787}" destId="{54E4265F-2B57-4E20-97AA-F8EB1EEC3E74}" srcOrd="1" destOrd="0" presId="urn:microsoft.com/office/officeart/2005/8/layout/orgChart1"/>
    <dgm:cxn modelId="{DD9873C7-B4F3-4621-AE90-8C03C3A251FF}" type="presParOf" srcId="{54E4265F-2B57-4E20-97AA-F8EB1EEC3E74}" destId="{DFE5AE5B-05E6-4041-8968-61CEA831BE99}" srcOrd="0" destOrd="0" presId="urn:microsoft.com/office/officeart/2005/8/layout/orgChart1"/>
    <dgm:cxn modelId="{37E4236E-175B-413D-B361-D9BB8665966E}" type="presParOf" srcId="{54E4265F-2B57-4E20-97AA-F8EB1EEC3E74}" destId="{244B0E9A-4D6E-4FFA-AA71-D2DEEC4F01BE}" srcOrd="1" destOrd="0" presId="urn:microsoft.com/office/officeart/2005/8/layout/orgChart1"/>
    <dgm:cxn modelId="{F8F8E038-1386-408D-AB5A-2E03A9C15111}" type="presParOf" srcId="{244B0E9A-4D6E-4FFA-AA71-D2DEEC4F01BE}" destId="{8A2BFA6A-D0D9-42D7-A725-23FCF65E50E9}" srcOrd="0" destOrd="0" presId="urn:microsoft.com/office/officeart/2005/8/layout/orgChart1"/>
    <dgm:cxn modelId="{838CFE03-E722-4B2E-AF1B-CD8669ADC3C0}" type="presParOf" srcId="{8A2BFA6A-D0D9-42D7-A725-23FCF65E50E9}" destId="{DCA5832E-3734-4497-9DCB-7A8E8392B25E}" srcOrd="0" destOrd="0" presId="urn:microsoft.com/office/officeart/2005/8/layout/orgChart1"/>
    <dgm:cxn modelId="{DFF79325-8AFB-419A-88B7-2F3AD41CAF4B}" type="presParOf" srcId="{8A2BFA6A-D0D9-42D7-A725-23FCF65E50E9}" destId="{29A6424D-B787-4EF6-97CC-A5D41B829016}" srcOrd="1" destOrd="0" presId="urn:microsoft.com/office/officeart/2005/8/layout/orgChart1"/>
    <dgm:cxn modelId="{DED185FC-9FA8-4E74-AB2E-955CB774F541}" type="presParOf" srcId="{244B0E9A-4D6E-4FFA-AA71-D2DEEC4F01BE}" destId="{EFF8E90B-4C11-4374-AC7A-F29CB206318F}" srcOrd="1" destOrd="0" presId="urn:microsoft.com/office/officeart/2005/8/layout/orgChart1"/>
    <dgm:cxn modelId="{31B0073A-8201-435E-A313-EBAFEF12C756}" type="presParOf" srcId="{EFF8E90B-4C11-4374-AC7A-F29CB206318F}" destId="{8683D3AC-5D93-490E-A8F3-6159C57873CD}" srcOrd="0" destOrd="0" presId="urn:microsoft.com/office/officeart/2005/8/layout/orgChart1"/>
    <dgm:cxn modelId="{E32C4740-4C6A-448F-8A96-5943FD81ED30}" type="presParOf" srcId="{EFF8E90B-4C11-4374-AC7A-F29CB206318F}" destId="{935E2220-8C83-408A-B23C-7880F49B91EC}" srcOrd="1" destOrd="0" presId="urn:microsoft.com/office/officeart/2005/8/layout/orgChart1"/>
    <dgm:cxn modelId="{3330A6E0-8D9B-4A3E-B310-CA5D5B0FDBC2}" type="presParOf" srcId="{935E2220-8C83-408A-B23C-7880F49B91EC}" destId="{78A3341A-412B-40A3-8BEA-B908A16657EF}" srcOrd="0" destOrd="0" presId="urn:microsoft.com/office/officeart/2005/8/layout/orgChart1"/>
    <dgm:cxn modelId="{5D8137FC-7346-4F99-BFAE-364FFCB1A9C8}" type="presParOf" srcId="{78A3341A-412B-40A3-8BEA-B908A16657EF}" destId="{1BB34242-A2E4-4BF6-B66C-02B23E5D501B}" srcOrd="0" destOrd="0" presId="urn:microsoft.com/office/officeart/2005/8/layout/orgChart1"/>
    <dgm:cxn modelId="{AA19BC6F-A7F2-4DFD-8BE6-0DD8DBC21AEF}" type="presParOf" srcId="{78A3341A-412B-40A3-8BEA-B908A16657EF}" destId="{27E8D485-AD32-4A54-8934-13B4510BAF60}" srcOrd="1" destOrd="0" presId="urn:microsoft.com/office/officeart/2005/8/layout/orgChart1"/>
    <dgm:cxn modelId="{01728B48-D32E-4E98-824B-29ADE5BCC4AC}" type="presParOf" srcId="{935E2220-8C83-408A-B23C-7880F49B91EC}" destId="{CF565D1C-45CC-4CD1-B6FA-0ECC75B65A69}" srcOrd="1" destOrd="0" presId="urn:microsoft.com/office/officeart/2005/8/layout/orgChart1"/>
    <dgm:cxn modelId="{60ECB2EF-89A3-4CC1-9C4B-045592D0CF79}" type="presParOf" srcId="{935E2220-8C83-408A-B23C-7880F49B91EC}" destId="{BEC0A77C-A3B0-4AAB-8703-2A587829B582}" srcOrd="2" destOrd="0" presId="urn:microsoft.com/office/officeart/2005/8/layout/orgChart1"/>
    <dgm:cxn modelId="{2C56945E-66ED-4CE7-A4DF-F6DD38B78EB2}" type="presParOf" srcId="{EFF8E90B-4C11-4374-AC7A-F29CB206318F}" destId="{D69A536B-8D4E-4607-8D45-9142BE7EE7A3}" srcOrd="2" destOrd="0" presId="urn:microsoft.com/office/officeart/2005/8/layout/orgChart1"/>
    <dgm:cxn modelId="{0967D07A-2F34-4452-890C-049F0928A197}" type="presParOf" srcId="{EFF8E90B-4C11-4374-AC7A-F29CB206318F}" destId="{0E829426-16F0-42B1-8DE6-7EB379B0D7EB}" srcOrd="3" destOrd="0" presId="urn:microsoft.com/office/officeart/2005/8/layout/orgChart1"/>
    <dgm:cxn modelId="{8A099202-AC6A-4908-8BDC-5048DE9C8A24}" type="presParOf" srcId="{0E829426-16F0-42B1-8DE6-7EB379B0D7EB}" destId="{4EDCB3CA-221F-470A-9E1A-FEBE38420BC5}" srcOrd="0" destOrd="0" presId="urn:microsoft.com/office/officeart/2005/8/layout/orgChart1"/>
    <dgm:cxn modelId="{D33B163E-36C4-4811-A53D-F87FC3E9482A}" type="presParOf" srcId="{4EDCB3CA-221F-470A-9E1A-FEBE38420BC5}" destId="{18EB9A97-82A2-45E1-80DA-D7AC4A9751B8}" srcOrd="0" destOrd="0" presId="urn:microsoft.com/office/officeart/2005/8/layout/orgChart1"/>
    <dgm:cxn modelId="{131227B1-480B-44E5-B257-318386D81F0C}" type="presParOf" srcId="{4EDCB3CA-221F-470A-9E1A-FEBE38420BC5}" destId="{165934AC-D208-4F6A-8FFA-88FE5C905387}" srcOrd="1" destOrd="0" presId="urn:microsoft.com/office/officeart/2005/8/layout/orgChart1"/>
    <dgm:cxn modelId="{C17BC35E-ADB7-487F-A276-ED811480CFE8}" type="presParOf" srcId="{0E829426-16F0-42B1-8DE6-7EB379B0D7EB}" destId="{D08FABEA-B189-420C-A3B0-5A719ECC24E1}" srcOrd="1" destOrd="0" presId="urn:microsoft.com/office/officeart/2005/8/layout/orgChart1"/>
    <dgm:cxn modelId="{227B905B-215F-4719-B61C-B2B60B891C4B}" type="presParOf" srcId="{0E829426-16F0-42B1-8DE6-7EB379B0D7EB}" destId="{106CACA9-D4E2-4C0E-9BB4-F2C1E6D99409}" srcOrd="2" destOrd="0" presId="urn:microsoft.com/office/officeart/2005/8/layout/orgChart1"/>
    <dgm:cxn modelId="{CAA55C27-130D-4A84-95F9-60CBDB239261}" type="presParOf" srcId="{244B0E9A-4D6E-4FFA-AA71-D2DEEC4F01BE}" destId="{597539FA-4ABE-485D-93AC-BAC478CCB69B}" srcOrd="2" destOrd="0" presId="urn:microsoft.com/office/officeart/2005/8/layout/orgChart1"/>
    <dgm:cxn modelId="{7A60F98D-B3A3-4DCE-8BE0-1C1404BE9903}" type="presParOf" srcId="{54E4265F-2B57-4E20-97AA-F8EB1EEC3E74}" destId="{A9BD531F-AB42-48F3-B60E-7E966AD2552A}" srcOrd="2" destOrd="0" presId="urn:microsoft.com/office/officeart/2005/8/layout/orgChart1"/>
    <dgm:cxn modelId="{D1DE6C76-DE1A-4B8B-B40B-3D16AC086F03}" type="presParOf" srcId="{54E4265F-2B57-4E20-97AA-F8EB1EEC3E74}" destId="{BA983935-2D8D-4FE3-A423-EF07C68B7EE0}" srcOrd="3" destOrd="0" presId="urn:microsoft.com/office/officeart/2005/8/layout/orgChart1"/>
    <dgm:cxn modelId="{3E5FF00E-558F-44BF-97CA-6C4DFF625F6C}" type="presParOf" srcId="{BA983935-2D8D-4FE3-A423-EF07C68B7EE0}" destId="{C99F230C-6F2F-4B10-9A42-05C9AEF77781}" srcOrd="0" destOrd="0" presId="urn:microsoft.com/office/officeart/2005/8/layout/orgChart1"/>
    <dgm:cxn modelId="{FBB27681-5FD1-4621-8E65-ABB79D7CC4F4}" type="presParOf" srcId="{C99F230C-6F2F-4B10-9A42-05C9AEF77781}" destId="{EADDDE6D-AB15-439B-8281-61DB3EDD4EC6}" srcOrd="0" destOrd="0" presId="urn:microsoft.com/office/officeart/2005/8/layout/orgChart1"/>
    <dgm:cxn modelId="{83789BDF-E55B-45ED-92C0-5767805E770C}" type="presParOf" srcId="{C99F230C-6F2F-4B10-9A42-05C9AEF77781}" destId="{49317FEC-E056-4E63-9059-9F4A12E99F90}" srcOrd="1" destOrd="0" presId="urn:microsoft.com/office/officeart/2005/8/layout/orgChart1"/>
    <dgm:cxn modelId="{0C105765-EDE8-4EA9-A0EA-A63E4B7B01EF}" type="presParOf" srcId="{BA983935-2D8D-4FE3-A423-EF07C68B7EE0}" destId="{BFE820A0-D9A0-41E9-A8E8-211942EC3DFD}" srcOrd="1" destOrd="0" presId="urn:microsoft.com/office/officeart/2005/8/layout/orgChart1"/>
    <dgm:cxn modelId="{DEAB0EAE-AEC8-4FAD-A78F-FE67AFF35A5C}" type="presParOf" srcId="{BA983935-2D8D-4FE3-A423-EF07C68B7EE0}" destId="{E3D6E1A1-1563-49F2-88CF-A6302F9929CF}" srcOrd="2" destOrd="0" presId="urn:microsoft.com/office/officeart/2005/8/layout/orgChart1"/>
    <dgm:cxn modelId="{D733E8F9-26E9-4F58-94A7-137CF2F9D86D}" type="presParOf" srcId="{6CE0F324-E478-4033-948C-7B25D3C5F787}" destId="{12B64EE4-574C-4CD2-989C-716C0D51863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26FB0033-0A05-42AA-A067-48ADA30BFFCA}" type="doc">
      <dgm:prSet loTypeId="urn:microsoft.com/office/officeart/2005/8/layout/hierarchy4" loCatId="hierarchy" qsTypeId="urn:microsoft.com/office/officeart/2005/8/quickstyle/simple1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9100906E-5BE0-4CDD-AC15-F8BDE126D0FE}">
      <dgm:prSet phldrT="[Текст]" custT="1"/>
      <dgm:spPr bwMode="auto"/>
      <dgm:t>
        <a:bodyPr/>
        <a:lstStyle/>
        <a:p>
          <a:pPr>
            <a:defRPr/>
          </a:pPr>
          <a:r>
            <a:rPr lang="ru-RU" sz="2000" b="1" i="1">
              <a:latin typeface="+mn-lt"/>
              <a:cs typeface="Times New Roman"/>
            </a:rPr>
            <a:t>Различают три типа </a:t>
          </a:r>
          <a:r>
            <a:rPr lang="ru-RU" sz="2000" b="1" i="1">
              <a:latin typeface="+mn-lt"/>
              <a:cs typeface="Times New Roman"/>
            </a:rPr>
            <a:t>производства</a:t>
          </a:r>
          <a:endParaRPr lang="ru-RU" sz="2000" b="1" i="1">
            <a:latin typeface="+mn-lt"/>
            <a:cs typeface="Times New Roman"/>
          </a:endParaRPr>
        </a:p>
      </dgm:t>
    </dgm:pt>
    <dgm:pt modelId="{B5E78C77-C50B-4419-8E07-7F5509BD74C2}" type="parTrans" cxnId="{C6E2FE29-F75F-4037-BFCB-E2D7F9577DDD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95239D2A-E39E-4FC3-9596-AB79A1A5D069}" type="sibTrans" cxnId="{C6E2FE29-F75F-4037-BFCB-E2D7F9577DDD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26FC2F6B-3CCF-47A8-BE4B-47FE249AAB93}">
      <dgm:prSet phldrT="" custT="1"/>
      <dgm:spPr bwMode="auto"/>
      <dgm:t>
        <a:bodyPr/>
        <a:lstStyle/>
        <a:p>
          <a:pPr>
            <a:defRPr/>
          </a:pPr>
          <a:r>
            <a:rPr lang="ru-RU" sz="2000" b="1" i="1">
              <a:latin typeface="+mn-lt"/>
              <a:cs typeface="Times New Roman"/>
            </a:rPr>
            <a:t>Единичное производство</a:t>
          </a:r>
          <a:endParaRPr/>
        </a:p>
      </dgm:t>
    </dgm:pt>
    <dgm:pt modelId="{184B8320-1D2D-4514-9A9E-4BA4435CAA3E}" type="parTrans" cxnId="{89B2D87C-408D-494D-9ABC-250093298BD6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074D3CD1-DE62-4725-A20A-BE13097458DF}" type="sibTrans" cxnId="{89B2D87C-408D-494D-9ABC-250093298BD6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17CE287A-AFB0-4D95-AF13-BAD51ED9E0CD}">
      <dgm:prSet phldrT="" custT="1"/>
      <dgm:spPr bwMode="auto"/>
      <dgm:t>
        <a:bodyPr/>
        <a:lstStyle/>
        <a:p>
          <a:pPr>
            <a:defRPr/>
          </a:pPr>
          <a:r>
            <a:rPr lang="ru-RU" sz="2000" b="1" i="1">
              <a:latin typeface="+mn-lt"/>
              <a:cs typeface="Times New Roman"/>
            </a:rPr>
            <a:t>Серийное производство</a:t>
          </a:r>
          <a:endParaRPr/>
        </a:p>
      </dgm:t>
    </dgm:pt>
    <dgm:pt modelId="{302907CB-EFCE-442B-8DA7-6DFD8BEF1172}" type="parTrans" cxnId="{457B7CE7-AD1D-4EDE-8A1C-957035C841B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7614EA2B-C179-4330-9CEF-F66921AA62A8}" type="sibTrans" cxnId="{457B7CE7-AD1D-4EDE-8A1C-957035C841B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7802E60E-73F6-4BB4-BF06-88632D8E67C2}">
      <dgm:prSet phldrT="" custT="1"/>
      <dgm:spPr bwMode="auto"/>
      <dgm:t>
        <a:bodyPr/>
        <a:lstStyle/>
        <a:p>
          <a:pPr>
            <a:defRPr/>
          </a:pPr>
          <a:r>
            <a:rPr lang="ru-RU" sz="2000" b="1" i="1">
              <a:latin typeface="+mn-lt"/>
              <a:cs typeface="Times New Roman"/>
            </a:rPr>
            <a:t>Массовое производство</a:t>
          </a:r>
          <a:endParaRPr/>
        </a:p>
      </dgm:t>
    </dgm:pt>
    <dgm:pt modelId="{A1B6526F-79A3-4524-B22F-A6E46A9DB8A6}" type="parTrans" cxnId="{2AFD436A-0E5D-484F-AFA1-6C5D278A9DAE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11F58DCB-883B-4716-B6C6-64C450C9323E}" type="sibTrans" cxnId="{2AFD436A-0E5D-484F-AFA1-6C5D278A9DAE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A0604F22-E943-4EE5-AD13-66522D987DD4}">
      <dgm:prSet phldrT="" custT="1"/>
      <dgm:spPr bwMode="auto"/>
      <dgm:t>
        <a:bodyPr/>
        <a:lstStyle/>
        <a:p>
          <a:pPr algn="l">
            <a:defRPr/>
          </a:pPr>
          <a:r>
            <a:rPr lang="ru-RU" sz="1600">
              <a:latin typeface="+mn-lt"/>
              <a:cs typeface="Times New Roman"/>
            </a:rPr>
            <a:t>Широкий ассортимент продукции и штучным объемом выпуска ее. Значительное незавершенное производство. 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Используется универсальное оборудование, работники обладают высокой квалификацией. 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Высокий удельный вес ручных операций и трудоемкости изделий, длительный цикл изготовления, высокая себестоимость выпускаемой продукции. </a:t>
          </a:r>
          <a:endParaRPr/>
        </a:p>
      </dgm:t>
    </dgm:pt>
    <dgm:pt modelId="{29E79DF0-94D8-40B7-B914-FEBECDC39897}" type="parTrans" cxnId="{CFCC31DA-9789-4FA4-829D-7C0FD0C656C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D2C5977C-4ED0-4FAA-9178-39D17AB30C32}" type="sibTrans" cxnId="{CFCC31DA-9789-4FA4-829D-7C0FD0C656C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32946AE3-08C4-4ABC-8064-0E533FEF0DCE}">
      <dgm:prSet phldrT="" custT="1"/>
      <dgm:spPr bwMode="auto"/>
      <dgm:t>
        <a:bodyPr/>
        <a:lstStyle/>
        <a:p>
          <a:pPr algn="l">
            <a:defRPr/>
          </a:pPr>
          <a:r>
            <a:rPr lang="ru-RU" sz="1600">
              <a:latin typeface="+mn-lt"/>
              <a:cs typeface="Times New Roman"/>
            </a:rPr>
            <a:t>Широкая номенклатура изделий, но изготавливаемых партиями. 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Ограниченный ассортимент однородной продукции повторяется через определенные промежутки времени.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 Возможна специализация отдельных рабочих мест повторяющихся технологических процессов. 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Растет эффективность использования оборудования и других элементов производственных фондов. </a:t>
          </a:r>
          <a:endParaRPr/>
        </a:p>
      </dgm:t>
    </dgm:pt>
    <dgm:pt modelId="{4360B21D-DDA3-4746-B71C-C67543E3AE4B}" type="parTrans" cxnId="{19E9801D-D0D8-498F-9BD8-A7F3E72AB9F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18D702A5-02D2-4A60-B9D7-378EA7D8D8E1}" type="sibTrans" cxnId="{19E9801D-D0D8-498F-9BD8-A7F3E72AB9F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EE18EDB2-F3EA-49B2-8B57-4EB87391973C}">
      <dgm:prSet phldrT="" custT="1"/>
      <dgm:spPr bwMode="auto"/>
      <dgm:t>
        <a:bodyPr/>
        <a:lstStyle/>
        <a:p>
          <a:pPr algn="l">
            <a:defRPr/>
          </a:pPr>
          <a:r>
            <a:rPr lang="ru-RU" sz="1600">
              <a:latin typeface="+mn-lt"/>
              <a:cs typeface="Times New Roman"/>
            </a:rPr>
            <a:t>Узкая специализация, неизменная и ограниченная номенклатура изготовляемых изделий в течение длительного периода времени. 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Специализация рабочих мест на выполнении определенной операции создает предпосылки для механизации и автоматизации технологических процессов. </a:t>
          </a:r>
          <a:endParaRPr/>
        </a:p>
        <a:p>
          <a:pPr algn="l">
            <a:defRPr/>
          </a:pPr>
          <a:r>
            <a:rPr lang="ru-RU" sz="1600">
              <a:latin typeface="+mn-lt"/>
              <a:cs typeface="Times New Roman"/>
            </a:rPr>
            <a:t>Себестоимость продукции минимальная по сравнению с единичным и серийным производством. </a:t>
          </a:r>
          <a:endParaRPr/>
        </a:p>
      </dgm:t>
    </dgm:pt>
    <dgm:pt modelId="{0124905A-93A0-4F0C-9745-04E72D7C5776}" type="parTrans" cxnId="{BC29C829-9EEC-403F-8CAD-6D8A4B0F6916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C526F7E6-7AEA-490A-97DA-15EB114A64ED}" type="sibTrans" cxnId="{BC29C829-9EEC-403F-8CAD-6D8A4B0F6916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2FBD67C8-B9A1-46F0-A1E1-CAD7573B92DF}" type="pres">
      <dgm:prSet presAssocID="{26FB0033-0A05-42AA-A067-48ADA30BFFCA}" presName="Name0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DAFFE5E-2C17-4A18-839F-687A1F152E21}" type="pres">
      <dgm:prSet presAssocID="{9100906E-5BE0-4CDD-AC15-F8BDE126D0FE}" presName="vertOn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882E107D-2A98-426D-947E-CE19B916DC48}" type="pres">
      <dgm:prSet custLinFactNeighborX="-36" custLinFactNeighborY="44340" custScaleY="9927" presAssocID="{9100906E-5BE0-4CDD-AC15-F8BDE126D0FE}" presName="txOne" presStyleLbl="node0" presStyleIdx="0" presStyleCnt="1">
        <dgm:presLayoutVars>
          <dgm:chPref val="3"/>
        </dgm:presLayoutVars>
      </dgm:prSet>
      <dgm:spPr bwMode="auto">
        <a:prstGeom prst="snip2DiagRect">
          <a:avLst>
            <a:gd name="adj1" fmla="val 0"/>
            <a:gd name="adj2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E5E55176-6EE1-4891-9126-CD72C0915A4F}" type="pres">
      <dgm:prSet presAssocID="{9100906E-5BE0-4CDD-AC15-F8BDE126D0FE}" presName="parTransOn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5952356-CAC7-4BB7-B2EF-410325E3414E}" type="pres">
      <dgm:prSet presAssocID="{9100906E-5BE0-4CDD-AC15-F8BDE126D0FE}" presName="horzOn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F4EFF37-F8F1-4ABF-8E69-BEA95093CA3C}" type="pres">
      <dgm:prSet presAssocID="{26FC2F6B-3CCF-47A8-BE4B-47FE249AAB93}" presName="vert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A78B414-A4AB-475D-A18A-BE906F4FFF0B}" type="pres">
      <dgm:prSet custScaleY="12058" presAssocID="{26FC2F6B-3CCF-47A8-BE4B-47FE249AAB93}" presName="txTwo" presStyleLbl="node2" presStyleIdx="0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BC6DC73-18E1-47E0-8681-DA0D14303D0B}" type="pres">
      <dgm:prSet presAssocID="{26FC2F6B-3CCF-47A8-BE4B-47FE249AAB93}" presName="parTrans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9788C0A8-01B2-4C82-9030-0B49AEDC7AD5}" type="pres">
      <dgm:prSet presAssocID="{26FC2F6B-3CCF-47A8-BE4B-47FE249AAB93}" presName="horz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4E10CAE3-31A9-4180-ACB3-C00142D73216}" type="pres">
      <dgm:prSet presAssocID="{A0604F22-E943-4EE5-AD13-66522D987DD4}" presName="vertThre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9E17F159-BDE3-4179-8791-79125759B06B}" type="pres">
      <dgm:prSet custLinFactNeighborX="-424" custLinFactNeighborY="-1975" custScaleY="73560" presAssocID="{A0604F22-E943-4EE5-AD13-66522D987DD4}" presName="txThree" presStyleLbl="node3" presStyleIdx="0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E93E1CF-51B4-4B1B-8DD2-FF224B18B283}" type="pres">
      <dgm:prSet presAssocID="{A0604F22-E943-4EE5-AD13-66522D987DD4}" presName="horzThre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E4431FAE-8B16-4109-AA4D-7B08FB6D0A92}" type="pres">
      <dgm:prSet presAssocID="{074D3CD1-DE62-4725-A20A-BE13097458DF}" presName="sibSpace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9243DC23-1290-4CA3-A4DB-6412191CAFFA}" type="pres">
      <dgm:prSet presAssocID="{17CE287A-AFB0-4D95-AF13-BAD51ED9E0CD}" presName="vert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0CE05F07-268F-4EF5-ACBB-7C113FC23448}" type="pres">
      <dgm:prSet custScaleY="12058" presAssocID="{17CE287A-AFB0-4D95-AF13-BAD51ED9E0CD}" presName="txTwo" presStyleLbl="node2" presStyleIdx="1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657E580-8FD2-4D5F-B216-5EC87960A3D0}" type="pres">
      <dgm:prSet presAssocID="{17CE287A-AFB0-4D95-AF13-BAD51ED9E0CD}" presName="parTrans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3EC156A-576E-4F3B-87D5-578A459B7266}" type="pres">
      <dgm:prSet presAssocID="{17CE287A-AFB0-4D95-AF13-BAD51ED9E0CD}" presName="horz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482C0CB-2AF8-4DB1-B80C-27605CAE7DF2}" type="pres">
      <dgm:prSet presAssocID="{32946AE3-08C4-4ABC-8064-0E533FEF0DCE}" presName="vertThre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87FABEF5-AE59-4345-AB74-911A73C3F292}" type="pres">
      <dgm:prSet custLinFactNeighborX="-424" custLinFactNeighborY="-1975" custScaleY="73560" presAssocID="{32946AE3-08C4-4ABC-8064-0E533FEF0DCE}" presName="txThree" presStyleLbl="node3" presStyleIdx="1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8BF1373-9872-4A2F-BA52-F3D26E29E1F4}" type="pres">
      <dgm:prSet presAssocID="{32946AE3-08C4-4ABC-8064-0E533FEF0DCE}" presName="horzThre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9F565CA-B4F9-4078-9AF1-35CE161F0AA6}" type="pres">
      <dgm:prSet presAssocID="{7614EA2B-C179-4330-9CEF-F66921AA62A8}" presName="sibSpace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08D7F321-1D63-4772-A80B-F45A337C0688}" type="pres">
      <dgm:prSet presAssocID="{7802E60E-73F6-4BB4-BF06-88632D8E67C2}" presName="vert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2A0FB4F-1FA6-4127-9DFF-07E09DCA0ECB}" type="pres">
      <dgm:prSet custScaleY="12058" presAssocID="{7802E60E-73F6-4BB4-BF06-88632D8E67C2}" presName="txTwo" presStyleLbl="node2" presStyleIdx="2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92855A7-78A0-4D8E-823E-E698F30FBE32}" type="pres">
      <dgm:prSet presAssocID="{7802E60E-73F6-4BB4-BF06-88632D8E67C2}" presName="parTrans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321B7CE1-5F36-49AD-A377-54ABE524E8C1}" type="pres">
      <dgm:prSet presAssocID="{7802E60E-73F6-4BB4-BF06-88632D8E67C2}" presName="horzTwo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C4A47FB-0955-45F5-A56E-8663CD13F14B}" type="pres">
      <dgm:prSet presAssocID="{EE18EDB2-F3EA-49B2-8B57-4EB87391973C}" presName="vertThre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3AB9D33B-83CD-4FBA-9488-98330A785171}" type="pres">
      <dgm:prSet custLinFactNeighborX="-424" custLinFactNeighborY="-1975" custScaleY="73560" presAssocID="{EE18EDB2-F3EA-49B2-8B57-4EB87391973C}" presName="txThree" presStyleLbl="node3" presStyleIdx="2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794E4F2-D849-4566-8315-12B178514385}" type="pres">
      <dgm:prSet presAssocID="{EE18EDB2-F3EA-49B2-8B57-4EB87391973C}" presName="horzThree" presStyleCnt="0"/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1A7F8765-EB3F-4D57-A963-16C09DD4EAFA}" type="presOf" srcId="{26FB0033-0A05-42AA-A067-48ADA30BFFCA}" destId="{2FBD67C8-B9A1-46F0-A1E1-CAD7573B92DF}" srcOrd="0" destOrd="0" presId="urn:microsoft.com/office/officeart/2005/8/layout/hierarchy4"/>
    <dgm:cxn modelId="{2B43E4BE-9DE8-4703-89DB-B1E85EFA373C}" type="presOf" srcId="{7802E60E-73F6-4BB4-BF06-88632D8E67C2}" destId="{B2A0FB4F-1FA6-4127-9DFF-07E09DCA0ECB}" srcOrd="0" destOrd="0" presId="urn:microsoft.com/office/officeart/2005/8/layout/hierarchy4"/>
    <dgm:cxn modelId="{2AFD436A-0E5D-484F-AFA1-6C5D278A9DAE}" srcId="{9100906E-5BE0-4CDD-AC15-F8BDE126D0FE}" destId="{7802E60E-73F6-4BB4-BF06-88632D8E67C2}" srcOrd="2" destOrd="0" parTransId="{A1B6526F-79A3-4524-B22F-A6E46A9DB8A6}" sibTransId="{11F58DCB-883B-4716-B6C6-64C450C9323E}"/>
    <dgm:cxn modelId="{B6A6A80E-46DC-4F0E-9982-35F4B00C002C}" type="presOf" srcId="{32946AE3-08C4-4ABC-8064-0E533FEF0DCE}" destId="{87FABEF5-AE59-4345-AB74-911A73C3F292}" srcOrd="0" destOrd="0" presId="urn:microsoft.com/office/officeart/2005/8/layout/hierarchy4"/>
    <dgm:cxn modelId="{7410BBD2-DAB9-4AEB-A4C7-E3D0783223A1}" type="presOf" srcId="{9100906E-5BE0-4CDD-AC15-F8BDE126D0FE}" destId="{882E107D-2A98-426D-947E-CE19B916DC48}" srcOrd="0" destOrd="0" presId="urn:microsoft.com/office/officeart/2005/8/layout/hierarchy4"/>
    <dgm:cxn modelId="{457B7CE7-AD1D-4EDE-8A1C-957035C841B1}" srcId="{9100906E-5BE0-4CDD-AC15-F8BDE126D0FE}" destId="{17CE287A-AFB0-4D95-AF13-BAD51ED9E0CD}" srcOrd="1" destOrd="0" parTransId="{302907CB-EFCE-442B-8DA7-6DFD8BEF1172}" sibTransId="{7614EA2B-C179-4330-9CEF-F66921AA62A8}"/>
    <dgm:cxn modelId="{CFCC31DA-9789-4FA4-829D-7C0FD0C656C5}" srcId="{26FC2F6B-3CCF-47A8-BE4B-47FE249AAB93}" destId="{A0604F22-E943-4EE5-AD13-66522D987DD4}" srcOrd="0" destOrd="0" parTransId="{29E79DF0-94D8-40B7-B914-FEBECDC39897}" sibTransId="{D2C5977C-4ED0-4FAA-9178-39D17AB30C32}"/>
    <dgm:cxn modelId="{C6E2FE29-F75F-4037-BFCB-E2D7F9577DDD}" srcId="{26FB0033-0A05-42AA-A067-48ADA30BFFCA}" destId="{9100906E-5BE0-4CDD-AC15-F8BDE126D0FE}" srcOrd="0" destOrd="0" parTransId="{B5E78C77-C50B-4419-8E07-7F5509BD74C2}" sibTransId="{95239D2A-E39E-4FC3-9596-AB79A1A5D069}"/>
    <dgm:cxn modelId="{29708AD8-1A73-47AB-90BF-F1A6115B7B65}" type="presOf" srcId="{A0604F22-E943-4EE5-AD13-66522D987DD4}" destId="{9E17F159-BDE3-4179-8791-79125759B06B}" srcOrd="0" destOrd="0" presId="urn:microsoft.com/office/officeart/2005/8/layout/hierarchy4"/>
    <dgm:cxn modelId="{225E37F1-62F6-4294-A299-5FC34D6994C3}" type="presOf" srcId="{26FC2F6B-3CCF-47A8-BE4B-47FE249AAB93}" destId="{BA78B414-A4AB-475D-A18A-BE906F4FFF0B}" srcOrd="0" destOrd="0" presId="urn:microsoft.com/office/officeart/2005/8/layout/hierarchy4"/>
    <dgm:cxn modelId="{BC29C829-9EEC-403F-8CAD-6D8A4B0F6916}" srcId="{7802E60E-73F6-4BB4-BF06-88632D8E67C2}" destId="{EE18EDB2-F3EA-49B2-8B57-4EB87391973C}" srcOrd="0" destOrd="0" parTransId="{0124905A-93A0-4F0C-9745-04E72D7C5776}" sibTransId="{C526F7E6-7AEA-490A-97DA-15EB114A64ED}"/>
    <dgm:cxn modelId="{9E227A95-FFD9-47B6-B6D8-B750E5F8DA66}" type="presOf" srcId="{17CE287A-AFB0-4D95-AF13-BAD51ED9E0CD}" destId="{0CE05F07-268F-4EF5-ACBB-7C113FC23448}" srcOrd="0" destOrd="0" presId="urn:microsoft.com/office/officeart/2005/8/layout/hierarchy4"/>
    <dgm:cxn modelId="{19E9801D-D0D8-498F-9BD8-A7F3E72AB9F5}" srcId="{17CE287A-AFB0-4D95-AF13-BAD51ED9E0CD}" destId="{32946AE3-08C4-4ABC-8064-0E533FEF0DCE}" srcOrd="0" destOrd="0" parTransId="{4360B21D-DDA3-4746-B71C-C67543E3AE4B}" sibTransId="{18D702A5-02D2-4A60-B9D7-378EA7D8D8E1}"/>
    <dgm:cxn modelId="{873FFFA7-07FA-4935-AB76-69926422DD51}" type="presOf" srcId="{EE18EDB2-F3EA-49B2-8B57-4EB87391973C}" destId="{3AB9D33B-83CD-4FBA-9488-98330A785171}" srcOrd="0" destOrd="0" presId="urn:microsoft.com/office/officeart/2005/8/layout/hierarchy4"/>
    <dgm:cxn modelId="{89B2D87C-408D-494D-9ABC-250093298BD6}" srcId="{9100906E-5BE0-4CDD-AC15-F8BDE126D0FE}" destId="{26FC2F6B-3CCF-47A8-BE4B-47FE249AAB93}" srcOrd="0" destOrd="0" parTransId="{184B8320-1D2D-4514-9A9E-4BA4435CAA3E}" sibTransId="{074D3CD1-DE62-4725-A20A-BE13097458DF}"/>
    <dgm:cxn modelId="{2D288914-BEF8-4132-A002-823EE589C33E}" type="presParOf" srcId="{2FBD67C8-B9A1-46F0-A1E1-CAD7573B92DF}" destId="{9DAFFE5E-2C17-4A18-839F-687A1F152E21}" srcOrd="0" destOrd="0" presId="urn:microsoft.com/office/officeart/2005/8/layout/hierarchy4"/>
    <dgm:cxn modelId="{B01584CB-AA55-4922-8BE4-882F469618A7}" type="presParOf" srcId="{9DAFFE5E-2C17-4A18-839F-687A1F152E21}" destId="{882E107D-2A98-426D-947E-CE19B916DC48}" srcOrd="0" destOrd="0" presId="urn:microsoft.com/office/officeart/2005/8/layout/hierarchy4"/>
    <dgm:cxn modelId="{334E67AA-A295-4ED2-901A-6B73BB08E837}" type="presParOf" srcId="{9DAFFE5E-2C17-4A18-839F-687A1F152E21}" destId="{E5E55176-6EE1-4891-9126-CD72C0915A4F}" srcOrd="1" destOrd="0" presId="urn:microsoft.com/office/officeart/2005/8/layout/hierarchy4"/>
    <dgm:cxn modelId="{4E5966EC-04EF-4366-BBCF-B27EF78E2B70}" type="presParOf" srcId="{9DAFFE5E-2C17-4A18-839F-687A1F152E21}" destId="{F5952356-CAC7-4BB7-B2EF-410325E3414E}" srcOrd="2" destOrd="0" presId="urn:microsoft.com/office/officeart/2005/8/layout/hierarchy4"/>
    <dgm:cxn modelId="{FDE1AABC-B115-4E00-89F0-D6AB78B484EE}" type="presParOf" srcId="{F5952356-CAC7-4BB7-B2EF-410325E3414E}" destId="{FF4EFF37-F8F1-4ABF-8E69-BEA95093CA3C}" srcOrd="0" destOrd="0" presId="urn:microsoft.com/office/officeart/2005/8/layout/hierarchy4"/>
    <dgm:cxn modelId="{5F2F37CE-33A8-400B-BEBB-D7C9E163E295}" type="presParOf" srcId="{FF4EFF37-F8F1-4ABF-8E69-BEA95093CA3C}" destId="{BA78B414-A4AB-475D-A18A-BE906F4FFF0B}" srcOrd="0" destOrd="0" presId="urn:microsoft.com/office/officeart/2005/8/layout/hierarchy4"/>
    <dgm:cxn modelId="{6F6B9AD5-E081-4DAE-ADD0-5936042477E9}" type="presParOf" srcId="{FF4EFF37-F8F1-4ABF-8E69-BEA95093CA3C}" destId="{8BC6DC73-18E1-47E0-8681-DA0D14303D0B}" srcOrd="1" destOrd="0" presId="urn:microsoft.com/office/officeart/2005/8/layout/hierarchy4"/>
    <dgm:cxn modelId="{DFEDFC2D-B723-4F3B-87CA-E11A040E378F}" type="presParOf" srcId="{FF4EFF37-F8F1-4ABF-8E69-BEA95093CA3C}" destId="{9788C0A8-01B2-4C82-9030-0B49AEDC7AD5}" srcOrd="2" destOrd="0" presId="urn:microsoft.com/office/officeart/2005/8/layout/hierarchy4"/>
    <dgm:cxn modelId="{CB3E4005-118C-4BB1-851A-35F2F9447185}" type="presParOf" srcId="{9788C0A8-01B2-4C82-9030-0B49AEDC7AD5}" destId="{4E10CAE3-31A9-4180-ACB3-C00142D73216}" srcOrd="0" destOrd="0" presId="urn:microsoft.com/office/officeart/2005/8/layout/hierarchy4"/>
    <dgm:cxn modelId="{ABCC0BF6-D1DE-4478-86E2-72245C015985}" type="presParOf" srcId="{4E10CAE3-31A9-4180-ACB3-C00142D73216}" destId="{9E17F159-BDE3-4179-8791-79125759B06B}" srcOrd="0" destOrd="0" presId="urn:microsoft.com/office/officeart/2005/8/layout/hierarchy4"/>
    <dgm:cxn modelId="{DCF4D7EE-660B-425F-9361-6A9EE6F39929}" type="presParOf" srcId="{4E10CAE3-31A9-4180-ACB3-C00142D73216}" destId="{8E93E1CF-51B4-4B1B-8DD2-FF224B18B283}" srcOrd="1" destOrd="0" presId="urn:microsoft.com/office/officeart/2005/8/layout/hierarchy4"/>
    <dgm:cxn modelId="{BD790262-60C4-4C5F-A5D1-16750CDF4F8B}" type="presParOf" srcId="{F5952356-CAC7-4BB7-B2EF-410325E3414E}" destId="{E4431FAE-8B16-4109-AA4D-7B08FB6D0A92}" srcOrd="1" destOrd="0" presId="urn:microsoft.com/office/officeart/2005/8/layout/hierarchy4"/>
    <dgm:cxn modelId="{926F721F-88BE-4FAB-937B-BD97A32D3360}" type="presParOf" srcId="{F5952356-CAC7-4BB7-B2EF-410325E3414E}" destId="{9243DC23-1290-4CA3-A4DB-6412191CAFFA}" srcOrd="2" destOrd="0" presId="urn:microsoft.com/office/officeart/2005/8/layout/hierarchy4"/>
    <dgm:cxn modelId="{8FC91AF4-5AB3-4540-9AF2-DFD55000402D}" type="presParOf" srcId="{9243DC23-1290-4CA3-A4DB-6412191CAFFA}" destId="{0CE05F07-268F-4EF5-ACBB-7C113FC23448}" srcOrd="0" destOrd="0" presId="urn:microsoft.com/office/officeart/2005/8/layout/hierarchy4"/>
    <dgm:cxn modelId="{D7C52BBB-7DC2-4C6B-9598-7DD0ABB1F5E5}" type="presParOf" srcId="{9243DC23-1290-4CA3-A4DB-6412191CAFFA}" destId="{1657E580-8FD2-4D5F-B216-5EC87960A3D0}" srcOrd="1" destOrd="0" presId="urn:microsoft.com/office/officeart/2005/8/layout/hierarchy4"/>
    <dgm:cxn modelId="{E9FBBFDC-72F7-4598-827A-0190051D49D0}" type="presParOf" srcId="{9243DC23-1290-4CA3-A4DB-6412191CAFFA}" destId="{A3EC156A-576E-4F3B-87D5-578A459B7266}" srcOrd="2" destOrd="0" presId="urn:microsoft.com/office/officeart/2005/8/layout/hierarchy4"/>
    <dgm:cxn modelId="{DC4DB74E-2F3C-47D0-99B9-4195D7178327}" type="presParOf" srcId="{A3EC156A-576E-4F3B-87D5-578A459B7266}" destId="{A482C0CB-2AF8-4DB1-B80C-27605CAE7DF2}" srcOrd="0" destOrd="0" presId="urn:microsoft.com/office/officeart/2005/8/layout/hierarchy4"/>
    <dgm:cxn modelId="{0CCFA81F-7E87-47C9-8540-803B2B0624E5}" type="presParOf" srcId="{A482C0CB-2AF8-4DB1-B80C-27605CAE7DF2}" destId="{87FABEF5-AE59-4345-AB74-911A73C3F292}" srcOrd="0" destOrd="0" presId="urn:microsoft.com/office/officeart/2005/8/layout/hierarchy4"/>
    <dgm:cxn modelId="{983974D3-C7C0-4FBA-B160-7740A5F9CE3F}" type="presParOf" srcId="{A482C0CB-2AF8-4DB1-B80C-27605CAE7DF2}" destId="{C8BF1373-9872-4A2F-BA52-F3D26E29E1F4}" srcOrd="1" destOrd="0" presId="urn:microsoft.com/office/officeart/2005/8/layout/hierarchy4"/>
    <dgm:cxn modelId="{9E92681A-D3FD-4C37-851E-6EA51F58429F}" type="presParOf" srcId="{F5952356-CAC7-4BB7-B2EF-410325E3414E}" destId="{F9F565CA-B4F9-4078-9AF1-35CE161F0AA6}" srcOrd="3" destOrd="0" presId="urn:microsoft.com/office/officeart/2005/8/layout/hierarchy4"/>
    <dgm:cxn modelId="{2441DC22-D522-41BF-B5BE-88FCB6CAAD31}" type="presParOf" srcId="{F5952356-CAC7-4BB7-B2EF-410325E3414E}" destId="{08D7F321-1D63-4772-A80B-F45A337C0688}" srcOrd="4" destOrd="0" presId="urn:microsoft.com/office/officeart/2005/8/layout/hierarchy4"/>
    <dgm:cxn modelId="{75C25C1D-CC61-4661-A133-9EE633F7A14D}" type="presParOf" srcId="{08D7F321-1D63-4772-A80B-F45A337C0688}" destId="{B2A0FB4F-1FA6-4127-9DFF-07E09DCA0ECB}" srcOrd="0" destOrd="0" presId="urn:microsoft.com/office/officeart/2005/8/layout/hierarchy4"/>
    <dgm:cxn modelId="{6EA5DA3D-8B29-4D13-8C18-D9466032DA3E}" type="presParOf" srcId="{08D7F321-1D63-4772-A80B-F45A337C0688}" destId="{292855A7-78A0-4D8E-823E-E698F30FBE32}" srcOrd="1" destOrd="0" presId="urn:microsoft.com/office/officeart/2005/8/layout/hierarchy4"/>
    <dgm:cxn modelId="{4F535145-FE14-4C90-AAFE-A5B0C53BA7AF}" type="presParOf" srcId="{08D7F321-1D63-4772-A80B-F45A337C0688}" destId="{321B7CE1-5F36-49AD-A377-54ABE524E8C1}" srcOrd="2" destOrd="0" presId="urn:microsoft.com/office/officeart/2005/8/layout/hierarchy4"/>
    <dgm:cxn modelId="{166CFCBF-E039-4194-92DA-BEC80849602F}" type="presParOf" srcId="{321B7CE1-5F36-49AD-A377-54ABE524E8C1}" destId="{FC4A47FB-0955-45F5-A56E-8663CD13F14B}" srcOrd="0" destOrd="0" presId="urn:microsoft.com/office/officeart/2005/8/layout/hierarchy4"/>
    <dgm:cxn modelId="{79C31F98-7E70-45B9-A1FD-36D970F1AB2E}" type="presParOf" srcId="{FC4A47FB-0955-45F5-A56E-8663CD13F14B}" destId="{3AB9D33B-83CD-4FBA-9488-98330A785171}" srcOrd="0" destOrd="0" presId="urn:microsoft.com/office/officeart/2005/8/layout/hierarchy4"/>
    <dgm:cxn modelId="{47B4EBDE-13B8-4A74-92C7-7A5EB5C644D3}" type="presParOf" srcId="{FC4A47FB-0955-45F5-A56E-8663CD13F14B}" destId="{C794E4F2-D849-4566-8315-12B17851438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3D70F93-4ABC-4D0C-AC66-D32863E7B0AE}" type="doc">
      <dgm:prSet loTypeId="urn:microsoft.com/office/officeart/2005/8/layout/vList3#1" loCatId="list" qsTypeId="urn:microsoft.com/office/officeart/2005/8/quickstyle/simple2" qsCatId="simple" csTypeId="urn:microsoft.com/office/officeart/2005/8/colors/accent3_1" csCatId="accent3" phldr="1"/>
      <dgm:spPr bwMode="auto"/>
    </dgm:pt>
    <dgm:pt modelId="{163F993D-2D87-4F8B-8289-C050EEBF4736}">
      <dgm:prSet phldrT="[Текст]" custT="1"/>
      <dgm:spPr bwMode="auto"/>
      <dgm:t>
        <a:bodyPr/>
        <a:lstStyle/>
        <a:p>
          <a:pPr algn="just">
            <a:defRPr/>
          </a:pPr>
          <a:r>
            <a:rPr lang="ru-RU" sz="1800" b="1">
              <a:latin typeface="+mn-lt"/>
              <a:cs typeface="Times New Roman"/>
            </a:rPr>
            <a:t>Рабочим местом</a:t>
          </a:r>
          <a:r>
            <a:rPr lang="ru-RU" sz="1800">
              <a:latin typeface="+mn-lt"/>
              <a:cs typeface="Times New Roman"/>
            </a:rPr>
            <a:t> называется неделимое в организационном отношении звено производственного процесса, обслуживаемое одним или несколькими рабочими, предназначенное для выполнения определенной производственной или обслуживающей операции и оснащенное соответствующим оборудованием.</a:t>
          </a:r>
          <a:endParaRPr/>
        </a:p>
        <a:p>
          <a:pPr algn="just">
            <a:defRPr/>
          </a:pPr>
          <a:r>
            <a:rPr lang="ru-RU" sz="1400" i="1">
              <a:latin typeface="+mn-lt"/>
              <a:cs typeface="Times New Roman"/>
            </a:rPr>
            <a:t>- Стационарное рабочее место расположено на закрепленной производственной площади</a:t>
          </a:r>
          <a:endParaRPr/>
        </a:p>
        <a:p>
          <a:pPr algn="just">
            <a:defRPr/>
          </a:pPr>
          <a:r>
            <a:rPr lang="ru-RU" sz="1400" i="1">
              <a:latin typeface="+mn-lt"/>
              <a:cs typeface="Times New Roman"/>
            </a:rPr>
            <a:t>- Подвижное рабочее место передвигается с соответствующим оборудованием по мере обработки предметов труда.</a:t>
          </a:r>
          <a:endParaRPr/>
        </a:p>
      </dgm:t>
    </dgm:pt>
    <dgm:pt modelId="{A5CDE544-E7FA-47B4-85CA-4A8E6582FCCA}" type="parTrans" cxnId="{A64E8390-4FDB-439A-8EFD-2DEDFB4E2BEF}">
      <dgm:prSet/>
      <dgm:spPr bwMode="auto"/>
      <dgm:t>
        <a:bodyPr/>
        <a:lstStyle/>
        <a:p>
          <a:pPr>
            <a:defRPr/>
          </a:pPr>
          <a:endParaRPr lang="ru-RU" sz="1800">
            <a:latin typeface="+mn-lt"/>
            <a:cs typeface="Times New Roman"/>
          </a:endParaRPr>
        </a:p>
      </dgm:t>
    </dgm:pt>
    <dgm:pt modelId="{7C9DD40D-618D-4662-B5F2-28D1BA32C363}" type="sibTrans" cxnId="{A64E8390-4FDB-439A-8EFD-2DEDFB4E2BEF}">
      <dgm:prSet/>
      <dgm:spPr bwMode="auto"/>
      <dgm:t>
        <a:bodyPr/>
        <a:lstStyle/>
        <a:p>
          <a:pPr>
            <a:defRPr/>
          </a:pPr>
          <a:endParaRPr lang="ru-RU" sz="1800">
            <a:latin typeface="+mn-lt"/>
            <a:cs typeface="Times New Roman"/>
          </a:endParaRPr>
        </a:p>
      </dgm:t>
    </dgm:pt>
    <dgm:pt modelId="{09BFF769-DD73-4C03-8213-B30012C96C03}">
      <dgm:prSet phldrT="[Текст]" custT="1"/>
      <dgm:spPr bwMode="auto"/>
      <dgm:t>
        <a:bodyPr/>
        <a:lstStyle/>
        <a:p>
          <a:pPr algn="just">
            <a:defRPr/>
          </a:pPr>
          <a:endParaRPr lang="ru-RU" sz="1800">
            <a:latin typeface="+mn-lt"/>
            <a:cs typeface="Times New Roman"/>
          </a:endParaRPr>
        </a:p>
      </dgm:t>
    </dgm:pt>
    <dgm:pt modelId="{C7490BC7-08CE-4094-9072-97EF6F19E3CD}" type="parTrans" cxnId="{EF756297-873D-4692-918B-A3555445D505}">
      <dgm:prSet/>
      <dgm:spPr bwMode="auto"/>
      <dgm:t>
        <a:bodyPr/>
        <a:lstStyle/>
        <a:p>
          <a:pPr>
            <a:defRPr/>
          </a:pPr>
          <a:endParaRPr lang="ru-RU" sz="3200">
            <a:latin typeface="+mn-lt"/>
          </a:endParaRPr>
        </a:p>
      </dgm:t>
    </dgm:pt>
    <dgm:pt modelId="{4A0F4A8A-86D6-4B16-BB4D-19AE386741BC}" type="sibTrans" cxnId="{EF756297-873D-4692-918B-A3555445D505}">
      <dgm:prSet/>
      <dgm:spPr bwMode="auto"/>
      <dgm:t>
        <a:bodyPr/>
        <a:lstStyle/>
        <a:p>
          <a:pPr>
            <a:defRPr/>
          </a:pPr>
          <a:endParaRPr lang="ru-RU" sz="3200">
            <a:latin typeface="+mn-lt"/>
          </a:endParaRPr>
        </a:p>
      </dgm:t>
    </dgm:pt>
    <dgm:pt modelId="{B15C9687-8835-4CF7-9668-5F1457593C97}" type="pres">
      <dgm:prSet presAssocID="{D3D70F93-4ABC-4D0C-AC66-D32863E7B0AE}" presName="linearFlow" presStyleCnt="0">
        <dgm:presLayoutVars>
          <dgm:dir val="norm"/>
          <dgm:resizeHandles val="exact"/>
        </dgm:presLayoutVars>
      </dgm:prSet>
      <dgm:spPr bwMode="auto"/>
    </dgm:pt>
    <dgm:pt modelId="{E5D98EFE-1288-4174-BCA9-73F4C97997DD}" type="pres">
      <dgm:prSet presAssocID="{163F993D-2D87-4F8B-8289-C050EEBF4736}" presName="composite" presStyleCnt="0"/>
      <dgm:spPr bwMode="auto"/>
    </dgm:pt>
    <dgm:pt modelId="{77800969-B7B3-4D37-B9A7-A53179A41215}" type="pres">
      <dgm:prSet custLinFactNeighborX="-25525" custLinFactNeighborY="432" presAssocID="{163F993D-2D87-4F8B-8289-C050EEBF4736}" presName="imgShp" presStyleLbl="fgImgPlace1" presStyleIdx="0" presStyleCnt="1"/>
      <dgm:spPr bwMode="auto">
        <a:blipFill>
          <a:blip r:embed="rId1"/>
          <a:stretch/>
        </a:blipFill>
      </dgm:spPr>
    </dgm:pt>
    <dgm:pt modelId="{2BC9ECA2-0FD0-4364-8125-8CB627DD5E91}" type="pres">
      <dgm:prSet custScaleX="108504" custScaleY="151890" presAssocID="{163F993D-2D87-4F8B-8289-C050EEBF4736}" presName="txShp" presStyleLbl="node1" presStyleIdx="0" presStyleCnt="1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A94C8085-ABD3-4890-B405-9834B2D2AF69}" type="presOf" srcId="{09BFF769-DD73-4C03-8213-B30012C96C03}" destId="{2BC9ECA2-0FD0-4364-8125-8CB627DD5E91}" srcOrd="0" destOrd="1" presId="urn:microsoft.com/office/officeart/2005/8/layout/vList3#1"/>
    <dgm:cxn modelId="{EF756297-873D-4692-918B-A3555445D505}" srcId="{163F993D-2D87-4F8B-8289-C050EEBF4736}" destId="{09BFF769-DD73-4C03-8213-B30012C96C03}" srcOrd="0" destOrd="0" parTransId="{C7490BC7-08CE-4094-9072-97EF6F19E3CD}" sibTransId="{4A0F4A8A-86D6-4B16-BB4D-19AE386741BC}"/>
    <dgm:cxn modelId="{9C83A4AE-C0D3-4CC5-BFA8-C1391107F25F}" type="presOf" srcId="{163F993D-2D87-4F8B-8289-C050EEBF4736}" destId="{2BC9ECA2-0FD0-4364-8125-8CB627DD5E91}" srcOrd="0" destOrd="0" presId="urn:microsoft.com/office/officeart/2005/8/layout/vList3#1"/>
    <dgm:cxn modelId="{A64E8390-4FDB-439A-8EFD-2DEDFB4E2BEF}" srcId="{D3D70F93-4ABC-4D0C-AC66-D32863E7B0AE}" destId="{163F993D-2D87-4F8B-8289-C050EEBF4736}" srcOrd="0" destOrd="0" parTransId="{A5CDE544-E7FA-47B4-85CA-4A8E6582FCCA}" sibTransId="{7C9DD40D-618D-4662-B5F2-28D1BA32C363}"/>
    <dgm:cxn modelId="{AE41BDFD-3A8D-4E98-8FAE-6307D17FC647}" type="presOf" srcId="{D3D70F93-4ABC-4D0C-AC66-D32863E7B0AE}" destId="{B15C9687-8835-4CF7-9668-5F1457593C97}" srcOrd="0" destOrd="0" presId="urn:microsoft.com/office/officeart/2005/8/layout/vList3#1"/>
    <dgm:cxn modelId="{C8D1535D-D664-430C-B14A-3B82FE8CFD62}" type="presParOf" srcId="{B15C9687-8835-4CF7-9668-5F1457593C97}" destId="{E5D98EFE-1288-4174-BCA9-73F4C97997DD}" srcOrd="0" destOrd="0" presId="urn:microsoft.com/office/officeart/2005/8/layout/vList3#1"/>
    <dgm:cxn modelId="{0C83B369-4B47-4B31-B9E5-5E71FCD31407}" type="presParOf" srcId="{E5D98EFE-1288-4174-BCA9-73F4C97997DD}" destId="{77800969-B7B3-4D37-B9A7-A53179A41215}" srcOrd="0" destOrd="0" presId="urn:microsoft.com/office/officeart/2005/8/layout/vList3#1"/>
    <dgm:cxn modelId="{55D62C87-AF19-45CB-804E-E88086717ADB}" type="presParOf" srcId="{E5D98EFE-1288-4174-BCA9-73F4C97997DD}" destId="{2BC9ECA2-0FD0-4364-8125-8CB627DD5E91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3D70F93-4ABC-4D0C-AC66-D32863E7B0AE}" type="doc">
      <dgm:prSet loTypeId="urn:microsoft.com/office/officeart/2005/8/layout/vList3#2" loCatId="list" qsTypeId="urn:microsoft.com/office/officeart/2005/8/quickstyle/simple2" qsCatId="simple" csTypeId="urn:microsoft.com/office/officeart/2005/8/colors/accent3_1" csCatId="accent3" phldr="1"/>
      <dgm:spPr bwMode="auto"/>
    </dgm:pt>
    <dgm:pt modelId="{163F993D-2D87-4F8B-8289-C050EEBF4736}">
      <dgm:prSet phldrT="[Текст]" custT="1"/>
      <dgm:spPr bwMode="auto"/>
      <dgm:t>
        <a:bodyPr/>
        <a:lstStyle/>
        <a:p>
          <a:pPr algn="just">
            <a:defRPr/>
          </a:pPr>
          <a:r>
            <a:rPr lang="ru-RU" sz="1800" b="1">
              <a:latin typeface="+mn-lt"/>
              <a:cs typeface="Times New Roman"/>
            </a:rPr>
            <a:t>Участок </a:t>
          </a:r>
          <a:r>
            <a:rPr lang="ru-RU" sz="1800">
              <a:latin typeface="+mn-lt"/>
              <a:cs typeface="Times New Roman"/>
            </a:rPr>
            <a:t>– производственное подразделение, объединяющее ряд рабочих мест, сгруппированных по определенным признакам, осуществляющее часть общего производственного процесса по изготовлению продукции или обслуживанию процесса производства. </a:t>
          </a:r>
          <a:endParaRPr lang="en-US" sz="1800">
            <a:latin typeface="+mn-lt"/>
            <a:cs typeface="Times New Roman"/>
          </a:endParaRPr>
        </a:p>
        <a:p>
          <a:pPr algn="just">
            <a:defRPr/>
          </a:pPr>
          <a:r>
            <a:rPr lang="ru-RU" sz="1800">
              <a:latin typeface="+mn-lt"/>
              <a:cs typeface="Times New Roman"/>
            </a:rPr>
            <a:t>На </a:t>
          </a:r>
          <a:r>
            <a:rPr lang="ru-RU" sz="1800">
              <a:latin typeface="+mn-lt"/>
              <a:cs typeface="Times New Roman"/>
            </a:rPr>
            <a:t>производственном участке помимо основных и вспомогательных рабочих имеется руководитель (мастер участка). </a:t>
          </a:r>
          <a:endParaRPr lang="en-US" sz="1800">
            <a:latin typeface="+mn-lt"/>
            <a:cs typeface="Times New Roman"/>
          </a:endParaRPr>
        </a:p>
        <a:p>
          <a:pPr algn="just">
            <a:defRPr/>
          </a:pPr>
          <a:r>
            <a:rPr lang="ru-RU" sz="1800">
              <a:latin typeface="+mn-lt"/>
              <a:cs typeface="Times New Roman"/>
            </a:rPr>
            <a:t>Участки </a:t>
          </a:r>
          <a:r>
            <a:rPr lang="ru-RU" sz="1800">
              <a:latin typeface="+mn-lt"/>
              <a:cs typeface="Times New Roman"/>
            </a:rPr>
            <a:t>связаны между собой постоянными технологическими связями и объединяются в цеха</a:t>
          </a:r>
          <a:r>
            <a:rPr lang="ru-RU" sz="2000">
              <a:latin typeface="+mn-lt"/>
              <a:cs typeface="Times New Roman"/>
            </a:rPr>
            <a:t>.</a:t>
          </a:r>
          <a:endParaRPr/>
        </a:p>
      </dgm:t>
    </dgm:pt>
    <dgm:pt modelId="{A5CDE544-E7FA-47B4-85CA-4A8E6582FCCA}" type="parTrans" cxnId="{A64E8390-4FDB-439A-8EFD-2DEDFB4E2BEF}">
      <dgm:prSet/>
      <dgm:spPr bwMode="auto"/>
      <dgm:t>
        <a:bodyPr/>
        <a:lstStyle/>
        <a:p>
          <a:pPr>
            <a:defRPr/>
          </a:pPr>
          <a:endParaRPr lang="ru-RU" sz="1100">
            <a:latin typeface="Times New Roman"/>
            <a:cs typeface="Times New Roman"/>
          </a:endParaRPr>
        </a:p>
      </dgm:t>
    </dgm:pt>
    <dgm:pt modelId="{7C9DD40D-618D-4662-B5F2-28D1BA32C363}" type="sibTrans" cxnId="{A64E8390-4FDB-439A-8EFD-2DEDFB4E2BEF}">
      <dgm:prSet/>
      <dgm:spPr bwMode="auto"/>
      <dgm:t>
        <a:bodyPr/>
        <a:lstStyle/>
        <a:p>
          <a:pPr>
            <a:defRPr/>
          </a:pPr>
          <a:endParaRPr lang="ru-RU" sz="1100">
            <a:latin typeface="Times New Roman"/>
            <a:cs typeface="Times New Roman"/>
          </a:endParaRPr>
        </a:p>
      </dgm:t>
    </dgm:pt>
    <dgm:pt modelId="{B15C9687-8835-4CF7-9668-5F1457593C97}" type="pres">
      <dgm:prSet presAssocID="{D3D70F93-4ABC-4D0C-AC66-D32863E7B0AE}" presName="linearFlow" presStyleCnt="0">
        <dgm:presLayoutVars>
          <dgm:dir val="norm"/>
          <dgm:resizeHandles val="exact"/>
        </dgm:presLayoutVars>
      </dgm:prSet>
      <dgm:spPr bwMode="auto"/>
    </dgm:pt>
    <dgm:pt modelId="{E5D98EFE-1288-4174-BCA9-73F4C97997DD}" type="pres">
      <dgm:prSet presAssocID="{163F993D-2D87-4F8B-8289-C050EEBF4736}" presName="composite" presStyleCnt="0"/>
      <dgm:spPr bwMode="auto"/>
    </dgm:pt>
    <dgm:pt modelId="{77800969-B7B3-4D37-B9A7-A53179A41215}" type="pres">
      <dgm:prSet custLinFactNeighborX="-20397" custLinFactNeighborY="-800" custScaleX="107443" custScaleY="110647" presAssocID="{163F993D-2D87-4F8B-8289-C050EEBF4736}" presName="imgShp" presStyleLbl="fgImgPlace1" presStyleIdx="0" presStyleCnt="1"/>
      <dgm:spPr bwMode="auto">
        <a:blipFill>
          <a:blip r:embed="rId1"/>
          <a:stretch/>
        </a:blipFill>
      </dgm:spPr>
    </dgm:pt>
    <dgm:pt modelId="{2BC9ECA2-0FD0-4364-8125-8CB627DD5E91}" type="pres">
      <dgm:prSet custScaleX="117052" custScaleY="165559" presAssocID="{163F993D-2D87-4F8B-8289-C050EEBF4736}" presName="txShp" presStyleLbl="node1" presStyleIdx="0" presStyleCnt="1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A64E8390-4FDB-439A-8EFD-2DEDFB4E2BEF}" srcId="{D3D70F93-4ABC-4D0C-AC66-D32863E7B0AE}" destId="{163F993D-2D87-4F8B-8289-C050EEBF4736}" srcOrd="0" destOrd="0" parTransId="{A5CDE544-E7FA-47B4-85CA-4A8E6582FCCA}" sibTransId="{7C9DD40D-618D-4662-B5F2-28D1BA32C363}"/>
    <dgm:cxn modelId="{E3581BDD-0637-4DCF-99D8-9B4064E0F9BD}" type="presOf" srcId="{D3D70F93-4ABC-4D0C-AC66-D32863E7B0AE}" destId="{B15C9687-8835-4CF7-9668-5F1457593C97}" srcOrd="0" destOrd="0" presId="urn:microsoft.com/office/officeart/2005/8/layout/vList3#2"/>
    <dgm:cxn modelId="{AE3421A3-FA9A-44E6-B8C9-A645095797FF}" type="presOf" srcId="{163F993D-2D87-4F8B-8289-C050EEBF4736}" destId="{2BC9ECA2-0FD0-4364-8125-8CB627DD5E91}" srcOrd="0" destOrd="0" presId="urn:microsoft.com/office/officeart/2005/8/layout/vList3#2"/>
    <dgm:cxn modelId="{739F76F3-100E-490D-9759-59ABB3ABD284}" type="presParOf" srcId="{B15C9687-8835-4CF7-9668-5F1457593C97}" destId="{E5D98EFE-1288-4174-BCA9-73F4C97997DD}" srcOrd="0" destOrd="0" presId="urn:microsoft.com/office/officeart/2005/8/layout/vList3#2"/>
    <dgm:cxn modelId="{41A6E140-0205-4113-8AC4-215FEE135BA5}" type="presParOf" srcId="{E5D98EFE-1288-4174-BCA9-73F4C97997DD}" destId="{77800969-B7B3-4D37-B9A7-A53179A41215}" srcOrd="0" destOrd="0" presId="urn:microsoft.com/office/officeart/2005/8/layout/vList3#2"/>
    <dgm:cxn modelId="{F1D423AD-C442-40D6-8A8B-3709FE223702}" type="presParOf" srcId="{E5D98EFE-1288-4174-BCA9-73F4C97997DD}" destId="{2BC9ECA2-0FD0-4364-8125-8CB627DD5E91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3D70F93-4ABC-4D0C-AC66-D32863E7B0AE}" type="doc">
      <dgm:prSet loTypeId="urn:microsoft.com/office/officeart/2005/8/layout/vList3#3" loCatId="list" qsTypeId="urn:microsoft.com/office/officeart/2005/8/quickstyle/simple2" qsCatId="simple" csTypeId="urn:microsoft.com/office/officeart/2005/8/colors/accent3_1" csCatId="accent3" phldr="1"/>
      <dgm:spPr bwMode="auto"/>
    </dgm:pt>
    <dgm:pt modelId="{163F993D-2D87-4F8B-8289-C050EEBF4736}">
      <dgm:prSet phldrT="[Текст]" custT="1"/>
      <dgm:spPr bwMode="auto"/>
      <dgm:t>
        <a:bodyPr/>
        <a:lstStyle/>
        <a:p>
          <a:pPr algn="just">
            <a:defRPr/>
          </a:pPr>
          <a:r>
            <a:rPr lang="ru-RU" sz="1800" b="1">
              <a:latin typeface="+mn-lt"/>
              <a:cs typeface="Times New Roman"/>
            </a:rPr>
            <a:t>Цех </a:t>
          </a:r>
          <a:r>
            <a:rPr lang="ru-RU" sz="1800">
              <a:latin typeface="+mn-lt"/>
              <a:cs typeface="Times New Roman"/>
            </a:rPr>
            <a:t>– наиболее сложная система, входящая в производственную структуру, в которую входят в качестве подсистем производственные участки и ряд функциональных органов. </a:t>
          </a:r>
          <a:endParaRPr lang="en-US" sz="1800">
            <a:latin typeface="+mn-lt"/>
            <a:cs typeface="Times New Roman"/>
          </a:endParaRPr>
        </a:p>
        <a:p>
          <a:pPr algn="l">
            <a:defRPr/>
          </a:pPr>
          <a:r>
            <a:rPr lang="ru-RU" sz="1800">
              <a:latin typeface="+mn-lt"/>
              <a:cs typeface="Times New Roman"/>
            </a:rPr>
            <a:t>В </a:t>
          </a:r>
          <a:r>
            <a:rPr lang="ru-RU" sz="1800">
              <a:latin typeface="+mn-lt"/>
              <a:cs typeface="Times New Roman"/>
            </a:rPr>
            <a:t>цехах возникают сложные взаимосвязи, они характеризуются достаточно сложной структурой и организацией с развитыми внутренними и внешними взаимосвязями.</a:t>
          </a:r>
          <a:endParaRPr/>
        </a:p>
      </dgm:t>
    </dgm:pt>
    <dgm:pt modelId="{A5CDE544-E7FA-47B4-85CA-4A8E6582FCCA}" type="parTrans" cxnId="{A64E8390-4FDB-439A-8EFD-2DEDFB4E2BEF}">
      <dgm:prSet/>
      <dgm:spPr bwMode="auto"/>
      <dgm:t>
        <a:bodyPr/>
        <a:lstStyle/>
        <a:p>
          <a:pPr>
            <a:defRPr/>
          </a:pPr>
          <a:endParaRPr lang="ru-RU" sz="1100">
            <a:latin typeface="Times New Roman"/>
            <a:cs typeface="Times New Roman"/>
          </a:endParaRPr>
        </a:p>
      </dgm:t>
    </dgm:pt>
    <dgm:pt modelId="{7C9DD40D-618D-4662-B5F2-28D1BA32C363}" type="sibTrans" cxnId="{A64E8390-4FDB-439A-8EFD-2DEDFB4E2BEF}">
      <dgm:prSet/>
      <dgm:spPr bwMode="auto"/>
      <dgm:t>
        <a:bodyPr/>
        <a:lstStyle/>
        <a:p>
          <a:pPr>
            <a:defRPr/>
          </a:pPr>
          <a:endParaRPr lang="ru-RU" sz="1100">
            <a:latin typeface="Times New Roman"/>
            <a:cs typeface="Times New Roman"/>
          </a:endParaRPr>
        </a:p>
      </dgm:t>
    </dgm:pt>
    <dgm:pt modelId="{B15C9687-8835-4CF7-9668-5F1457593C97}" type="pres">
      <dgm:prSet presAssocID="{D3D70F93-4ABC-4D0C-AC66-D32863E7B0AE}" presName="linearFlow" presStyleCnt="0">
        <dgm:presLayoutVars>
          <dgm:dir val="norm"/>
          <dgm:resizeHandles val="exact"/>
        </dgm:presLayoutVars>
      </dgm:prSet>
      <dgm:spPr bwMode="auto"/>
    </dgm:pt>
    <dgm:pt modelId="{E5D98EFE-1288-4174-BCA9-73F4C97997DD}" type="pres">
      <dgm:prSet presAssocID="{163F993D-2D87-4F8B-8289-C050EEBF4736}" presName="composite" presStyleCnt="0"/>
      <dgm:spPr bwMode="auto"/>
    </dgm:pt>
    <dgm:pt modelId="{77800969-B7B3-4D37-B9A7-A53179A41215}" type="pres">
      <dgm:prSet custLinFactNeighborX="-12721" custLinFactNeighborY="-3413" presAssocID="{163F993D-2D87-4F8B-8289-C050EEBF4736}" presName="imgShp" presStyleLbl="fgImgPlace1" presStyleIdx="0" presStyleCnt="1"/>
      <dgm:spPr bwMode="auto">
        <a:blipFill>
          <a:blip r:embed="rId1"/>
          <a:stretch/>
        </a:blipFill>
      </dgm:spPr>
    </dgm:pt>
    <dgm:pt modelId="{2BC9ECA2-0FD0-4364-8125-8CB627DD5E91}" type="pres">
      <dgm:prSet custScaleX="104831" custScaleY="144279" presAssocID="{163F993D-2D87-4F8B-8289-C050EEBF4736}" presName="txShp" presStyleLbl="node1" presStyleIdx="0" presStyleCnt="1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0B806D3C-1223-448C-94A5-97DE679BAAF6}" type="presOf" srcId="{163F993D-2D87-4F8B-8289-C050EEBF4736}" destId="{2BC9ECA2-0FD0-4364-8125-8CB627DD5E91}" srcOrd="0" destOrd="0" presId="urn:microsoft.com/office/officeart/2005/8/layout/vList3#3"/>
    <dgm:cxn modelId="{B4F9AA5D-4DE9-471E-B236-9E71D9D0FD9C}" type="presOf" srcId="{D3D70F93-4ABC-4D0C-AC66-D32863E7B0AE}" destId="{B15C9687-8835-4CF7-9668-5F1457593C97}" srcOrd="0" destOrd="0" presId="urn:microsoft.com/office/officeart/2005/8/layout/vList3#3"/>
    <dgm:cxn modelId="{A64E8390-4FDB-439A-8EFD-2DEDFB4E2BEF}" srcId="{D3D70F93-4ABC-4D0C-AC66-D32863E7B0AE}" destId="{163F993D-2D87-4F8B-8289-C050EEBF4736}" srcOrd="0" destOrd="0" parTransId="{A5CDE544-E7FA-47B4-85CA-4A8E6582FCCA}" sibTransId="{7C9DD40D-618D-4662-B5F2-28D1BA32C363}"/>
    <dgm:cxn modelId="{DC3E6286-FD04-4CC8-8ACB-A0185B5EC3DD}" type="presParOf" srcId="{B15C9687-8835-4CF7-9668-5F1457593C97}" destId="{E5D98EFE-1288-4174-BCA9-73F4C97997DD}" srcOrd="0" destOrd="0" presId="urn:microsoft.com/office/officeart/2005/8/layout/vList3#3"/>
    <dgm:cxn modelId="{4B5E339D-DAB4-4927-A103-76D528DDCD6D}" type="presParOf" srcId="{E5D98EFE-1288-4174-BCA9-73F4C97997DD}" destId="{77800969-B7B3-4D37-B9A7-A53179A41215}" srcOrd="0" destOrd="0" presId="urn:microsoft.com/office/officeart/2005/8/layout/vList3#3"/>
    <dgm:cxn modelId="{E5FF5205-3928-47E9-A5A4-BA7E403ADBB1}" type="presParOf" srcId="{E5D98EFE-1288-4174-BCA9-73F4C97997DD}" destId="{2BC9ECA2-0FD0-4364-8125-8CB627DD5E91}" srcOrd="1" destOrd="0" presId="urn:microsoft.com/office/officeart/2005/8/layout/vList3#3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7676DB1-B783-4AAE-83CA-E82120C93808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124D66F7-D4A7-40DE-8478-CC4F221230A5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Руководители высшего звена или управляющий персонал</a:t>
          </a:r>
          <a:endParaRPr lang="ru-RU" sz="1600" b="0" i="0"/>
        </a:p>
      </dgm:t>
    </dgm:pt>
    <dgm:pt modelId="{DC6E858F-0B22-47B6-8128-861D6F4C142E}" type="parTrans" cxnId="{A14D9261-3C55-452B-A330-910B0DD7E1FF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E090DAF8-ABA8-4B2B-9127-F9D17C91669F}" type="sibTrans" cxnId="{A14D9261-3C55-452B-A330-910B0DD7E1FF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3EBDC40E-AF78-4A32-B693-E363C62B6FBE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Служба приема и размещения гостей — дежурные администраторы, кассир, портье</a:t>
          </a:r>
          <a:endParaRPr lang="ru-RU" sz="1600" b="0" i="0"/>
        </a:p>
      </dgm:t>
    </dgm:pt>
    <dgm:pt modelId="{D1C65017-8049-47BC-9362-C553C0DA73F7}" type="parTrans" cxnId="{CC8EB9AF-D43E-4C6E-957B-5135FF7FF72E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9F3DAFA2-69AA-43EF-AFA4-8CE5885F588B}" type="sibTrans" cxnId="{CC8EB9AF-D43E-4C6E-957B-5135FF7FF72E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15AFBD0E-8CAC-4076-ACEF-BD95CC65EFD9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Служба обслуживания гостей — носильщики, швейцары, курьеры, </a:t>
          </a:r>
          <a:r>
            <a:rPr lang="ru-RU" sz="1600" b="1" i="0"/>
            <a:t>парковщики</a:t>
          </a:r>
          <a:endParaRPr lang="ru-RU" sz="1600" b="0" i="0"/>
        </a:p>
      </dgm:t>
    </dgm:pt>
    <dgm:pt modelId="{8130B089-62CB-430E-9A0C-C47CBD9DECD6}" type="parTrans" cxnId="{3A9C8A83-F738-4287-9E6D-FE8E65AC41C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1256715B-CDFE-4E4C-B18C-6D7332964DA5}" type="sibTrans" cxnId="{3A9C8A83-F738-4287-9E6D-FE8E65AC41C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51F28315-3DE9-4EBF-8EDB-86B9E6CD08CD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Хозяйственная служба — горничные, прачечная, уборщики территории и общественных мест</a:t>
          </a:r>
          <a:endParaRPr lang="ru-RU" sz="1600" b="0" i="0"/>
        </a:p>
      </dgm:t>
    </dgm:pt>
    <dgm:pt modelId="{51374D01-F3A0-4E3C-BDA4-F7246E3EF470}" type="parTrans" cxnId="{E918B527-F56F-4E4C-A485-CA63B679FD5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25C9C5A1-3346-41CD-857C-3A0981CF40ED}" type="sibTrans" cxnId="{E918B527-F56F-4E4C-A485-CA63B679FD5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9B434E7E-580B-4675-A56F-D199CC07C3CC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Служба питания — шеф-повар, повара, бармены, официанты, стюарды на кухне</a:t>
          </a:r>
          <a:endParaRPr lang="ru-RU" sz="1600" b="0" i="0"/>
        </a:p>
      </dgm:t>
    </dgm:pt>
    <dgm:pt modelId="{76CEB066-DBF8-451D-AEB0-4147F83AA672}" type="parTrans" cxnId="{E1837556-01B4-48D4-A34C-8140803C315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5746F7F1-4006-49F5-8A75-1C8B001CFB59}" type="sibTrans" cxnId="{E1837556-01B4-48D4-A34C-8140803C315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33955163-D986-4696-80BB-09441C3B76DC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Служба безопасности — охранники</a:t>
          </a:r>
          <a:endParaRPr lang="ru-RU" sz="1600" b="0" i="0"/>
        </a:p>
      </dgm:t>
    </dgm:pt>
    <dgm:pt modelId="{BC522637-F7CC-4D0E-9865-CB6265B95914}" type="parTrans" cxnId="{0B8512D3-4DF7-440E-B7A2-C1435D5F78F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1FBEB33B-B1CB-446D-B36F-A18AF74F60C8}" type="sibTrans" cxnId="{0B8512D3-4DF7-440E-B7A2-C1435D5F78FB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1C135017-826F-47CE-8E9F-2E496230A6CC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Инженерная служба — электрики, сантехники, ремонтники</a:t>
          </a:r>
          <a:endParaRPr lang="ru-RU" sz="1600" b="0" i="0"/>
        </a:p>
      </dgm:t>
    </dgm:pt>
    <dgm:pt modelId="{98D97A68-919E-4118-8E54-39A89D3C9161}" type="parTrans" cxnId="{DABE2E67-FAEE-444B-81E2-4F56F2A8A7B7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BC22AF74-29C3-4D09-98E2-8A66BC775CC8}" type="sibTrans" cxnId="{DABE2E67-FAEE-444B-81E2-4F56F2A8A7B7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6E63D903-5E2F-41E8-8D79-F8BCFF4E6C3E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закупок — административно-хозяйственный отдел или снабженцы</a:t>
          </a:r>
          <a:endParaRPr lang="ru-RU" sz="1600" b="0" i="0"/>
        </a:p>
      </dgm:t>
    </dgm:pt>
    <dgm:pt modelId="{E580AFE7-EA5E-4582-8477-1EAD4A0CC4E2}" type="parTrans" cxnId="{F0B7B34F-FFAB-423C-9505-0C048B27909E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6E85C55B-5D87-4516-9831-B7B42020EABA}" type="sibTrans" cxnId="{F0B7B34F-FFAB-423C-9505-0C048B27909E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3ED045B2-4024-4246-825E-9DA7E89DFD1C}">
      <dgm:prSet phldrT="" custT="1"/>
      <dgm:spPr bwMode="auto"/>
      <dgm:t>
        <a:bodyPr/>
        <a:lstStyle/>
        <a:p>
          <a:pPr>
            <a:defRPr/>
          </a:pPr>
          <a:r>
            <a:rPr lang="ru-RU" sz="1600" b="1" i="0"/>
            <a:t>Кадровая и финансовая службы — HR-менеджеры, бухгалтер</a:t>
          </a:r>
          <a:endParaRPr lang="ru-RU" sz="1600" b="0" i="0"/>
        </a:p>
      </dgm:t>
    </dgm:pt>
    <dgm:pt modelId="{22401E42-2C8C-4A1F-AACE-D91AF218D644}" type="parTrans" cxnId="{46628057-ADA2-480F-B0EE-7488423C167E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0BF5AE24-5740-48F5-82DA-2345F7C7273A}" type="sibTrans" cxnId="{46628057-ADA2-480F-B0EE-7488423C167E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4E903C84-BF6E-4836-914B-A337EE8826F9}" type="pres">
      <dgm:prSet presAssocID="{B7676DB1-B783-4AAE-83CA-E82120C93808}" presName="linear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787930A-D3A2-48C3-9399-3547166176E9}" type="pres">
      <dgm:prSet presAssocID="{124D66F7-D4A7-40DE-8478-CC4F221230A5}" presName="parentLin" presStyleCnt="0"/>
      <dgm:spPr bwMode="auto"/>
    </dgm:pt>
    <dgm:pt modelId="{59F8C76B-44B8-47F4-96DC-43A6F7451F28}" type="pres">
      <dgm:prSet presAssocID="{124D66F7-D4A7-40DE-8478-CC4F221230A5}" presName="parentLeftMargin" presStyleLbl="node1" presStyleIdx="0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07ECF748-8CCE-4C6D-B57B-B5C604E315BF}" type="pres">
      <dgm:prSet custScaleX="125320" presAssocID="{124D66F7-D4A7-40DE-8478-CC4F221230A5}" presName="parentText" presStyleLbl="node1" presStyleIdx="0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F05124E1-55AF-40A9-B5C8-67A4DDBAA6EA}" type="pres">
      <dgm:prSet presAssocID="{124D66F7-D4A7-40DE-8478-CC4F221230A5}" presName="negativeSpace" presStyleCnt="0"/>
      <dgm:spPr bwMode="auto"/>
    </dgm:pt>
    <dgm:pt modelId="{E5351B77-6486-4EF6-8830-948F9AD23A5C}" type="pres">
      <dgm:prSet presAssocID="{124D66F7-D4A7-40DE-8478-CC4F221230A5}" presName="childText" presStyleLbl="conFgAcc1" presStyleIdx="0" presStyleCnt="9">
        <dgm:presLayoutVars>
          <dgm:bulletEnabled val="1"/>
        </dgm:presLayoutVars>
      </dgm:prSet>
      <dgm:spPr bwMode="auto"/>
    </dgm:pt>
    <dgm:pt modelId="{BBC82E82-60FA-4FB7-89D0-ED931A5A57D3}" type="pres">
      <dgm:prSet presAssocID="{E090DAF8-ABA8-4B2B-9127-F9D17C91669F}" presName="spaceBetweenRectangles" presStyleCnt="0"/>
      <dgm:spPr bwMode="auto"/>
    </dgm:pt>
    <dgm:pt modelId="{BCF8C32D-949C-4A9E-955F-656497E4B1E2}" type="pres">
      <dgm:prSet presAssocID="{3EBDC40E-AF78-4A32-B693-E363C62B6FBE}" presName="parentLin" presStyleCnt="0"/>
      <dgm:spPr bwMode="auto"/>
    </dgm:pt>
    <dgm:pt modelId="{15DC8158-8217-40DF-8FC9-249F588B0346}" type="pres">
      <dgm:prSet presAssocID="{3EBDC40E-AF78-4A32-B693-E363C62B6FBE}" presName="parentLeftMargin" presStyleLbl="node1" presStyleIdx="0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4CD87FA7-44E5-4F0D-BA69-0C9F75F8D079}" type="pres">
      <dgm:prSet custScaleX="125320" presAssocID="{3EBDC40E-AF78-4A32-B693-E363C62B6FBE}" presName="parentText" presStyleLbl="node1" presStyleIdx="1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698A3FE-81F8-43CE-B6FE-68FD63D29C36}" type="pres">
      <dgm:prSet presAssocID="{3EBDC40E-AF78-4A32-B693-E363C62B6FBE}" presName="negativeSpace" presStyleCnt="0"/>
      <dgm:spPr bwMode="auto"/>
    </dgm:pt>
    <dgm:pt modelId="{8256A5D1-1D7E-4FA9-8BA6-DF28F2EAE00D}" type="pres">
      <dgm:prSet presAssocID="{3EBDC40E-AF78-4A32-B693-E363C62B6FBE}" presName="childText" presStyleLbl="conFgAcc1" presStyleIdx="1" presStyleCnt="9">
        <dgm:presLayoutVars>
          <dgm:bulletEnabled val="1"/>
        </dgm:presLayoutVars>
      </dgm:prSet>
      <dgm:spPr bwMode="auto"/>
    </dgm:pt>
    <dgm:pt modelId="{E8937135-E633-4C84-A138-0DFD0B505A1C}" type="pres">
      <dgm:prSet presAssocID="{9F3DAFA2-69AA-43EF-AFA4-8CE5885F588B}" presName="spaceBetweenRectangles" presStyleCnt="0"/>
      <dgm:spPr bwMode="auto"/>
    </dgm:pt>
    <dgm:pt modelId="{3376AE48-A716-4BC8-B0A1-956DEA1AB15F}" type="pres">
      <dgm:prSet presAssocID="{15AFBD0E-8CAC-4076-ACEF-BD95CC65EFD9}" presName="parentLin" presStyleCnt="0"/>
      <dgm:spPr bwMode="auto"/>
    </dgm:pt>
    <dgm:pt modelId="{6E5C7189-E04D-4A97-BF68-75817439A9EB}" type="pres">
      <dgm:prSet presAssocID="{15AFBD0E-8CAC-4076-ACEF-BD95CC65EFD9}" presName="parentLeftMargin" presStyleLbl="node1" presStyleIdx="1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5E08BC0B-EC1A-41C4-8107-8E28389115AD}" type="pres">
      <dgm:prSet custScaleX="125320" presAssocID="{15AFBD0E-8CAC-4076-ACEF-BD95CC65EFD9}" presName="parentText" presStyleLbl="node1" presStyleIdx="2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4EFE20D0-4893-4503-B1B8-4FA7F285081D}" type="pres">
      <dgm:prSet presAssocID="{15AFBD0E-8CAC-4076-ACEF-BD95CC65EFD9}" presName="negativeSpace" presStyleCnt="0"/>
      <dgm:spPr bwMode="auto"/>
    </dgm:pt>
    <dgm:pt modelId="{63FC3438-6ACB-4A8D-B522-DFC3D8E1CD11}" type="pres">
      <dgm:prSet presAssocID="{15AFBD0E-8CAC-4076-ACEF-BD95CC65EFD9}" presName="childText" presStyleLbl="conFgAcc1" presStyleIdx="2" presStyleCnt="9">
        <dgm:presLayoutVars>
          <dgm:bulletEnabled val="1"/>
        </dgm:presLayoutVars>
      </dgm:prSet>
      <dgm:spPr bwMode="auto"/>
    </dgm:pt>
    <dgm:pt modelId="{F68AFFEC-0A3B-4B56-8C4D-ABC5FD1047D7}" type="pres">
      <dgm:prSet presAssocID="{1256715B-CDFE-4E4C-B18C-6D7332964DA5}" presName="spaceBetweenRectangles" presStyleCnt="0"/>
      <dgm:spPr bwMode="auto"/>
    </dgm:pt>
    <dgm:pt modelId="{5EE82B42-B000-4104-8658-906A2307D0E0}" type="pres">
      <dgm:prSet presAssocID="{51F28315-3DE9-4EBF-8EDB-86B9E6CD08CD}" presName="parentLin" presStyleCnt="0"/>
      <dgm:spPr bwMode="auto"/>
    </dgm:pt>
    <dgm:pt modelId="{44E47470-3C7B-4EAA-9494-A1C9399FDDE2}" type="pres">
      <dgm:prSet presAssocID="{51F28315-3DE9-4EBF-8EDB-86B9E6CD08CD}" presName="parentLeftMargin" presStyleLbl="node1" presStyleIdx="2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9EE603B7-A4F8-452C-9428-ECEC4CF17411}" type="pres">
      <dgm:prSet custScaleX="125320" presAssocID="{51F28315-3DE9-4EBF-8EDB-86B9E6CD08CD}" presName="parentText" presStyleLbl="node1" presStyleIdx="3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70A5D0F-B02E-455A-94FB-12294D3166E8}" type="pres">
      <dgm:prSet presAssocID="{51F28315-3DE9-4EBF-8EDB-86B9E6CD08CD}" presName="negativeSpace" presStyleCnt="0"/>
      <dgm:spPr bwMode="auto"/>
    </dgm:pt>
    <dgm:pt modelId="{572EE1F6-7CBC-44D6-AF3B-776700607636}" type="pres">
      <dgm:prSet presAssocID="{51F28315-3DE9-4EBF-8EDB-86B9E6CD08CD}" presName="childText" presStyleLbl="conFgAcc1" presStyleIdx="3" presStyleCnt="9">
        <dgm:presLayoutVars>
          <dgm:bulletEnabled val="1"/>
        </dgm:presLayoutVars>
      </dgm:prSet>
      <dgm:spPr bwMode="auto"/>
    </dgm:pt>
    <dgm:pt modelId="{382674FF-F1A1-4274-8D50-395BE94580F8}" type="pres">
      <dgm:prSet presAssocID="{25C9C5A1-3346-41CD-857C-3A0981CF40ED}" presName="spaceBetweenRectangles" presStyleCnt="0"/>
      <dgm:spPr bwMode="auto"/>
    </dgm:pt>
    <dgm:pt modelId="{8237D6FA-1E06-4F89-96A0-B29330FFC066}" type="pres">
      <dgm:prSet presAssocID="{9B434E7E-580B-4675-A56F-D199CC07C3CC}" presName="parentLin" presStyleCnt="0"/>
      <dgm:spPr bwMode="auto"/>
    </dgm:pt>
    <dgm:pt modelId="{095C50B5-9411-4390-9A85-68CF24A3968B}" type="pres">
      <dgm:prSet presAssocID="{9B434E7E-580B-4675-A56F-D199CC07C3CC}" presName="parentLeftMargin" presStyleLbl="node1" presStyleIdx="3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3FC59B9B-5A3C-43ED-90C2-5BE0354F4CD6}" type="pres">
      <dgm:prSet custScaleX="125320" presAssocID="{9B434E7E-580B-4675-A56F-D199CC07C3CC}" presName="parentText" presStyleLbl="node1" presStyleIdx="4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4FF9042-7FDE-4054-A502-8978872BC891}" type="pres">
      <dgm:prSet presAssocID="{9B434E7E-580B-4675-A56F-D199CC07C3CC}" presName="negativeSpace" presStyleCnt="0"/>
      <dgm:spPr bwMode="auto"/>
    </dgm:pt>
    <dgm:pt modelId="{979D0EC4-3DCF-4B54-81CB-7590760F4FE3}" type="pres">
      <dgm:prSet presAssocID="{9B434E7E-580B-4675-A56F-D199CC07C3CC}" presName="childText" presStyleLbl="conFgAcc1" presStyleIdx="4" presStyleCnt="9">
        <dgm:presLayoutVars>
          <dgm:bulletEnabled val="1"/>
        </dgm:presLayoutVars>
      </dgm:prSet>
      <dgm:spPr bwMode="auto"/>
    </dgm:pt>
    <dgm:pt modelId="{2DA08002-D234-4961-ACFD-A4ACECA4EE32}" type="pres">
      <dgm:prSet presAssocID="{5746F7F1-4006-49F5-8A75-1C8B001CFB59}" presName="spaceBetweenRectangles" presStyleCnt="0"/>
      <dgm:spPr bwMode="auto"/>
    </dgm:pt>
    <dgm:pt modelId="{FD10BCA1-405C-4574-8FB3-9F8131E9556E}" type="pres">
      <dgm:prSet presAssocID="{33955163-D986-4696-80BB-09441C3B76DC}" presName="parentLin" presStyleCnt="0"/>
      <dgm:spPr bwMode="auto"/>
    </dgm:pt>
    <dgm:pt modelId="{5307D53E-3C28-4FE0-9CC9-29FC90F49611}" type="pres">
      <dgm:prSet presAssocID="{33955163-D986-4696-80BB-09441C3B76DC}" presName="parentLeftMargin" presStyleLbl="node1" presStyleIdx="4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27864162-2CAA-4D7A-A615-34269EB40C0C}" type="pres">
      <dgm:prSet custScaleX="125320" presAssocID="{33955163-D986-4696-80BB-09441C3B76DC}" presName="parentText" presStyleLbl="node1" presStyleIdx="5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B66AF27-7E10-4FE5-ADC2-C8A7D02206FE}" type="pres">
      <dgm:prSet presAssocID="{33955163-D986-4696-80BB-09441C3B76DC}" presName="negativeSpace" presStyleCnt="0"/>
      <dgm:spPr bwMode="auto"/>
    </dgm:pt>
    <dgm:pt modelId="{5A637577-E7AD-41ED-A056-1BDE071B292A}" type="pres">
      <dgm:prSet presAssocID="{33955163-D986-4696-80BB-09441C3B76DC}" presName="childText" presStyleLbl="conFgAcc1" presStyleIdx="5" presStyleCnt="9">
        <dgm:presLayoutVars>
          <dgm:bulletEnabled val="1"/>
        </dgm:presLayoutVars>
      </dgm:prSet>
      <dgm:spPr bwMode="auto"/>
    </dgm:pt>
    <dgm:pt modelId="{065E6935-F1B1-40A9-9333-EE715A83F289}" type="pres">
      <dgm:prSet presAssocID="{1FBEB33B-B1CB-446D-B36F-A18AF74F60C8}" presName="spaceBetweenRectangles" presStyleCnt="0"/>
      <dgm:spPr bwMode="auto"/>
    </dgm:pt>
    <dgm:pt modelId="{FD9F9FB9-B92E-48FF-8590-66EF35C782DC}" type="pres">
      <dgm:prSet presAssocID="{1C135017-826F-47CE-8E9F-2E496230A6CC}" presName="parentLin" presStyleCnt="0"/>
      <dgm:spPr bwMode="auto"/>
    </dgm:pt>
    <dgm:pt modelId="{4AB7C132-6D3D-4826-9CF1-48DBAD7909D9}" type="pres">
      <dgm:prSet presAssocID="{1C135017-826F-47CE-8E9F-2E496230A6CC}" presName="parentLeftMargin" presStyleLbl="node1" presStyleIdx="5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DB001B2C-C238-4FB1-95D2-860C97A8CDCD}" type="pres">
      <dgm:prSet custScaleX="125320" presAssocID="{1C135017-826F-47CE-8E9F-2E496230A6CC}" presName="parentText" presStyleLbl="node1" presStyleIdx="6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07E594F-3754-4808-9B7A-DC86115E0058}" type="pres">
      <dgm:prSet presAssocID="{1C135017-826F-47CE-8E9F-2E496230A6CC}" presName="negativeSpace" presStyleCnt="0"/>
      <dgm:spPr bwMode="auto"/>
    </dgm:pt>
    <dgm:pt modelId="{6EDBE823-58FD-4E84-8D21-1969F53BEA70}" type="pres">
      <dgm:prSet presAssocID="{1C135017-826F-47CE-8E9F-2E496230A6CC}" presName="childText" presStyleLbl="conFgAcc1" presStyleIdx="6" presStyleCnt="9">
        <dgm:presLayoutVars>
          <dgm:bulletEnabled val="1"/>
        </dgm:presLayoutVars>
      </dgm:prSet>
      <dgm:spPr bwMode="auto"/>
    </dgm:pt>
    <dgm:pt modelId="{344D87FD-C0FF-4984-A35B-E4C521DC7BB3}" type="pres">
      <dgm:prSet presAssocID="{BC22AF74-29C3-4D09-98E2-8A66BC775CC8}" presName="spaceBetweenRectangles" presStyleCnt="0"/>
      <dgm:spPr bwMode="auto"/>
    </dgm:pt>
    <dgm:pt modelId="{95EF34B7-D680-4F01-B2FD-3B7DB36774F2}" type="pres">
      <dgm:prSet presAssocID="{6E63D903-5E2F-41E8-8D79-F8BCFF4E6C3E}" presName="parentLin" presStyleCnt="0"/>
      <dgm:spPr bwMode="auto"/>
    </dgm:pt>
    <dgm:pt modelId="{0048F108-563B-4DB2-B53C-10AF350783F8}" type="pres">
      <dgm:prSet presAssocID="{6E63D903-5E2F-41E8-8D79-F8BCFF4E6C3E}" presName="parentLeftMargin" presStyleLbl="node1" presStyleIdx="6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BF5E36E6-F44E-4D8B-BEF6-45ADE67E0F19}" type="pres">
      <dgm:prSet custScaleX="125320" presAssocID="{6E63D903-5E2F-41E8-8D79-F8BCFF4E6C3E}" presName="parentText" presStyleLbl="node1" presStyleIdx="7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DB7F813-CFD8-40B3-82BD-459889278A7C}" type="pres">
      <dgm:prSet presAssocID="{6E63D903-5E2F-41E8-8D79-F8BCFF4E6C3E}" presName="negativeSpace" presStyleCnt="0"/>
      <dgm:spPr bwMode="auto"/>
    </dgm:pt>
    <dgm:pt modelId="{45159986-8182-46D2-88C4-70849CD1D175}" type="pres">
      <dgm:prSet presAssocID="{6E63D903-5E2F-41E8-8D79-F8BCFF4E6C3E}" presName="childText" presStyleLbl="conFgAcc1" presStyleIdx="7" presStyleCnt="9">
        <dgm:presLayoutVars>
          <dgm:bulletEnabled val="1"/>
        </dgm:presLayoutVars>
      </dgm:prSet>
      <dgm:spPr bwMode="auto"/>
    </dgm:pt>
    <dgm:pt modelId="{E7D7FBCC-3794-4DDB-A097-A488BF3818CF}" type="pres">
      <dgm:prSet presAssocID="{6E85C55B-5D87-4516-9831-B7B42020EABA}" presName="spaceBetweenRectangles" presStyleCnt="0"/>
      <dgm:spPr bwMode="auto"/>
    </dgm:pt>
    <dgm:pt modelId="{00F78AB5-2280-4554-8D1D-A3C2182AA15F}" type="pres">
      <dgm:prSet presAssocID="{3ED045B2-4024-4246-825E-9DA7E89DFD1C}" presName="parentLin" presStyleCnt="0"/>
      <dgm:spPr bwMode="auto"/>
    </dgm:pt>
    <dgm:pt modelId="{70674C61-92C2-425A-9FC2-FBED75B1FE2A}" type="pres">
      <dgm:prSet presAssocID="{3ED045B2-4024-4246-825E-9DA7E89DFD1C}" presName="parentLeftMargin" presStyleLbl="node1" presStyleIdx="7" presStyleCnt="9"/>
      <dgm:spPr bwMode="auto"/>
      <dgm:t>
        <a:bodyPr/>
        <a:lstStyle/>
        <a:p>
          <a:pPr>
            <a:defRPr/>
          </a:pPr>
          <a:endParaRPr lang="ru-RU"/>
        </a:p>
      </dgm:t>
    </dgm:pt>
    <dgm:pt modelId="{16E07151-B3E0-48E5-9181-7CD62F8C4728}" type="pres">
      <dgm:prSet custScaleX="125320" presAssocID="{3ED045B2-4024-4246-825E-9DA7E89DFD1C}" presName="parentText" presStyleLbl="node1" presStyleIdx="8" presStyleCnt="9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C1172D1-9A16-4FDD-BC90-A0DD0614F3D2}" type="pres">
      <dgm:prSet presAssocID="{3ED045B2-4024-4246-825E-9DA7E89DFD1C}" presName="negativeSpace" presStyleCnt="0"/>
      <dgm:spPr bwMode="auto"/>
    </dgm:pt>
    <dgm:pt modelId="{F9B6D90E-F390-47BF-8539-E61E9D7C8549}" type="pres">
      <dgm:prSet presAssocID="{3ED045B2-4024-4246-825E-9DA7E89DFD1C}" presName="childText" presStyleLbl="conFgAcc1" presStyleIdx="8" presStyleCnt="9">
        <dgm:presLayoutVars>
          <dgm:bulletEnabled val="1"/>
        </dgm:presLayoutVars>
      </dgm:prSet>
      <dgm:spPr bwMode="auto"/>
    </dgm:pt>
  </dgm:ptLst>
  <dgm:cxnLst>
    <dgm:cxn modelId="{DABE2E67-FAEE-444B-81E2-4F56F2A8A7B7}" srcId="{B7676DB1-B783-4AAE-83CA-E82120C93808}" destId="{1C135017-826F-47CE-8E9F-2E496230A6CC}" srcOrd="6" destOrd="0" parTransId="{98D97A68-919E-4118-8E54-39A89D3C9161}" sibTransId="{BC22AF74-29C3-4D09-98E2-8A66BC775CC8}"/>
    <dgm:cxn modelId="{8F476007-95EA-4747-ACEC-7E9D0FCBF3BB}" type="presOf" srcId="{B7676DB1-B783-4AAE-83CA-E82120C93808}" destId="{4E903C84-BF6E-4836-914B-A337EE8826F9}" srcOrd="0" destOrd="0" presId="urn:microsoft.com/office/officeart/2005/8/layout/list1"/>
    <dgm:cxn modelId="{3A9C8A83-F738-4287-9E6D-FE8E65AC41CB}" srcId="{B7676DB1-B783-4AAE-83CA-E82120C93808}" destId="{15AFBD0E-8CAC-4076-ACEF-BD95CC65EFD9}" srcOrd="2" destOrd="0" parTransId="{8130B089-62CB-430E-9A0C-C47CBD9DECD6}" sibTransId="{1256715B-CDFE-4E4C-B18C-6D7332964DA5}"/>
    <dgm:cxn modelId="{EC604B64-C4DD-48FC-B070-C9FFAD1EB340}" type="presOf" srcId="{1C135017-826F-47CE-8E9F-2E496230A6CC}" destId="{4AB7C132-6D3D-4826-9CF1-48DBAD7909D9}" srcOrd="0" destOrd="0" presId="urn:microsoft.com/office/officeart/2005/8/layout/list1"/>
    <dgm:cxn modelId="{36894A89-B80C-4597-A09C-FBA67F871593}" type="presOf" srcId="{1C135017-826F-47CE-8E9F-2E496230A6CC}" destId="{DB001B2C-C238-4FB1-95D2-860C97A8CDCD}" srcOrd="1" destOrd="0" presId="urn:microsoft.com/office/officeart/2005/8/layout/list1"/>
    <dgm:cxn modelId="{CC8EB9AF-D43E-4C6E-957B-5135FF7FF72E}" srcId="{B7676DB1-B783-4AAE-83CA-E82120C93808}" destId="{3EBDC40E-AF78-4A32-B693-E363C62B6FBE}" srcOrd="1" destOrd="0" parTransId="{D1C65017-8049-47BC-9362-C553C0DA73F7}" sibTransId="{9F3DAFA2-69AA-43EF-AFA4-8CE5885F588B}"/>
    <dgm:cxn modelId="{A6A622CA-4262-4DDC-8D1A-78FE7EF40FE8}" type="presOf" srcId="{33955163-D986-4696-80BB-09441C3B76DC}" destId="{5307D53E-3C28-4FE0-9CC9-29FC90F49611}" srcOrd="0" destOrd="0" presId="urn:microsoft.com/office/officeart/2005/8/layout/list1"/>
    <dgm:cxn modelId="{0B8512D3-4DF7-440E-B7A2-C1435D5F78FB}" srcId="{B7676DB1-B783-4AAE-83CA-E82120C93808}" destId="{33955163-D986-4696-80BB-09441C3B76DC}" srcOrd="5" destOrd="0" parTransId="{BC522637-F7CC-4D0E-9865-CB6265B95914}" sibTransId="{1FBEB33B-B1CB-446D-B36F-A18AF74F60C8}"/>
    <dgm:cxn modelId="{636BC3DB-4294-4853-AB00-227182E90620}" type="presOf" srcId="{3ED045B2-4024-4246-825E-9DA7E89DFD1C}" destId="{16E07151-B3E0-48E5-9181-7CD62F8C4728}" srcOrd="1" destOrd="0" presId="urn:microsoft.com/office/officeart/2005/8/layout/list1"/>
    <dgm:cxn modelId="{46628057-ADA2-480F-B0EE-7488423C167E}" srcId="{B7676DB1-B783-4AAE-83CA-E82120C93808}" destId="{3ED045B2-4024-4246-825E-9DA7E89DFD1C}" srcOrd="8" destOrd="0" parTransId="{22401E42-2C8C-4A1F-AACE-D91AF218D644}" sibTransId="{0BF5AE24-5740-48F5-82DA-2345F7C7273A}"/>
    <dgm:cxn modelId="{5766C3AB-8A89-4154-8418-5B91CAB5AE15}" type="presOf" srcId="{15AFBD0E-8CAC-4076-ACEF-BD95CC65EFD9}" destId="{6E5C7189-E04D-4A97-BF68-75817439A9EB}" srcOrd="0" destOrd="0" presId="urn:microsoft.com/office/officeart/2005/8/layout/list1"/>
    <dgm:cxn modelId="{16F9DEFA-AEBD-4CED-A1FB-C13BCDB157A3}" type="presOf" srcId="{124D66F7-D4A7-40DE-8478-CC4F221230A5}" destId="{59F8C76B-44B8-47F4-96DC-43A6F7451F28}" srcOrd="0" destOrd="0" presId="urn:microsoft.com/office/officeart/2005/8/layout/list1"/>
    <dgm:cxn modelId="{79CD4007-68D3-4084-A74E-6B13A096D31E}" type="presOf" srcId="{33955163-D986-4696-80BB-09441C3B76DC}" destId="{27864162-2CAA-4D7A-A615-34269EB40C0C}" srcOrd="1" destOrd="0" presId="urn:microsoft.com/office/officeart/2005/8/layout/list1"/>
    <dgm:cxn modelId="{F0B7B34F-FFAB-423C-9505-0C048B27909E}" srcId="{B7676DB1-B783-4AAE-83CA-E82120C93808}" destId="{6E63D903-5E2F-41E8-8D79-F8BCFF4E6C3E}" srcOrd="7" destOrd="0" parTransId="{E580AFE7-EA5E-4582-8477-1EAD4A0CC4E2}" sibTransId="{6E85C55B-5D87-4516-9831-B7B42020EABA}"/>
    <dgm:cxn modelId="{7282FF3B-E392-462A-B27C-5FA5E860AC4C}" type="presOf" srcId="{9B434E7E-580B-4675-A56F-D199CC07C3CC}" destId="{095C50B5-9411-4390-9A85-68CF24A3968B}" srcOrd="0" destOrd="0" presId="urn:microsoft.com/office/officeart/2005/8/layout/list1"/>
    <dgm:cxn modelId="{86E3962D-5851-4C5E-AF55-E2D098731CD6}" type="presOf" srcId="{6E63D903-5E2F-41E8-8D79-F8BCFF4E6C3E}" destId="{BF5E36E6-F44E-4D8B-BEF6-45ADE67E0F19}" srcOrd="1" destOrd="0" presId="urn:microsoft.com/office/officeart/2005/8/layout/list1"/>
    <dgm:cxn modelId="{D68E7982-F2DE-47AC-A8D3-DBFBD49693FF}" type="presOf" srcId="{124D66F7-D4A7-40DE-8478-CC4F221230A5}" destId="{07ECF748-8CCE-4C6D-B57B-B5C604E315BF}" srcOrd="1" destOrd="0" presId="urn:microsoft.com/office/officeart/2005/8/layout/list1"/>
    <dgm:cxn modelId="{2BFD0729-3D6B-46B9-8C52-11A108FDAC0D}" type="presOf" srcId="{6E63D903-5E2F-41E8-8D79-F8BCFF4E6C3E}" destId="{0048F108-563B-4DB2-B53C-10AF350783F8}" srcOrd="0" destOrd="0" presId="urn:microsoft.com/office/officeart/2005/8/layout/list1"/>
    <dgm:cxn modelId="{46679096-FA26-45BD-AA4C-4EA6CD81AC4A}" type="presOf" srcId="{9B434E7E-580B-4675-A56F-D199CC07C3CC}" destId="{3FC59B9B-5A3C-43ED-90C2-5BE0354F4CD6}" srcOrd="1" destOrd="0" presId="urn:microsoft.com/office/officeart/2005/8/layout/list1"/>
    <dgm:cxn modelId="{73817A62-627F-421F-BAA5-D16233E06D33}" type="presOf" srcId="{15AFBD0E-8CAC-4076-ACEF-BD95CC65EFD9}" destId="{5E08BC0B-EC1A-41C4-8107-8E28389115AD}" srcOrd="1" destOrd="0" presId="urn:microsoft.com/office/officeart/2005/8/layout/list1"/>
    <dgm:cxn modelId="{A14D9261-3C55-452B-A330-910B0DD7E1FF}" srcId="{B7676DB1-B783-4AAE-83CA-E82120C93808}" destId="{124D66F7-D4A7-40DE-8478-CC4F221230A5}" srcOrd="0" destOrd="0" parTransId="{DC6E858F-0B22-47B6-8128-861D6F4C142E}" sibTransId="{E090DAF8-ABA8-4B2B-9127-F9D17C91669F}"/>
    <dgm:cxn modelId="{1AF227F0-4561-469D-ABC7-7E126C445230}" type="presOf" srcId="{3EBDC40E-AF78-4A32-B693-E363C62B6FBE}" destId="{15DC8158-8217-40DF-8FC9-249F588B0346}" srcOrd="0" destOrd="0" presId="urn:microsoft.com/office/officeart/2005/8/layout/list1"/>
    <dgm:cxn modelId="{3A610AD0-A5BF-40E5-8019-B73574C187B5}" type="presOf" srcId="{51F28315-3DE9-4EBF-8EDB-86B9E6CD08CD}" destId="{9EE603B7-A4F8-452C-9428-ECEC4CF17411}" srcOrd="1" destOrd="0" presId="urn:microsoft.com/office/officeart/2005/8/layout/list1"/>
    <dgm:cxn modelId="{5A4B64E7-DED1-4D4C-874A-25589B3B84C8}" type="presOf" srcId="{3ED045B2-4024-4246-825E-9DA7E89DFD1C}" destId="{70674C61-92C2-425A-9FC2-FBED75B1FE2A}" srcOrd="0" destOrd="0" presId="urn:microsoft.com/office/officeart/2005/8/layout/list1"/>
    <dgm:cxn modelId="{E918B527-F56F-4E4C-A485-CA63B679FD5B}" srcId="{B7676DB1-B783-4AAE-83CA-E82120C93808}" destId="{51F28315-3DE9-4EBF-8EDB-86B9E6CD08CD}" srcOrd="3" destOrd="0" parTransId="{51374D01-F3A0-4E3C-BDA4-F7246E3EF470}" sibTransId="{25C9C5A1-3346-41CD-857C-3A0981CF40ED}"/>
    <dgm:cxn modelId="{65088BCC-7A88-49E5-B3BF-5B17DCA1083C}" type="presOf" srcId="{51F28315-3DE9-4EBF-8EDB-86B9E6CD08CD}" destId="{44E47470-3C7B-4EAA-9494-A1C9399FDDE2}" srcOrd="0" destOrd="0" presId="urn:microsoft.com/office/officeart/2005/8/layout/list1"/>
    <dgm:cxn modelId="{E1837556-01B4-48D4-A34C-8140803C315B}" srcId="{B7676DB1-B783-4AAE-83CA-E82120C93808}" destId="{9B434E7E-580B-4675-A56F-D199CC07C3CC}" srcOrd="4" destOrd="0" parTransId="{76CEB066-DBF8-451D-AEB0-4147F83AA672}" sibTransId="{5746F7F1-4006-49F5-8A75-1C8B001CFB59}"/>
    <dgm:cxn modelId="{217FC6CF-6EA2-4235-A5B0-FB67A774301C}" type="presOf" srcId="{3EBDC40E-AF78-4A32-B693-E363C62B6FBE}" destId="{4CD87FA7-44E5-4F0D-BA69-0C9F75F8D079}" srcOrd="1" destOrd="0" presId="urn:microsoft.com/office/officeart/2005/8/layout/list1"/>
    <dgm:cxn modelId="{9B1D053F-C8D6-4304-ABE2-090DC0A405BE}" type="presParOf" srcId="{4E903C84-BF6E-4836-914B-A337EE8826F9}" destId="{9787930A-D3A2-48C3-9399-3547166176E9}" srcOrd="0" destOrd="0" presId="urn:microsoft.com/office/officeart/2005/8/layout/list1"/>
    <dgm:cxn modelId="{130C1AD1-8A87-464E-AAB6-80124BF23B56}" type="presParOf" srcId="{9787930A-D3A2-48C3-9399-3547166176E9}" destId="{59F8C76B-44B8-47F4-96DC-43A6F7451F28}" srcOrd="0" destOrd="0" presId="urn:microsoft.com/office/officeart/2005/8/layout/list1"/>
    <dgm:cxn modelId="{8560FEC7-1BDE-40A3-A044-9C88FC8299CF}" type="presParOf" srcId="{9787930A-D3A2-48C3-9399-3547166176E9}" destId="{07ECF748-8CCE-4C6D-B57B-B5C604E315BF}" srcOrd="1" destOrd="0" presId="urn:microsoft.com/office/officeart/2005/8/layout/list1"/>
    <dgm:cxn modelId="{E0E79295-E01C-4529-8E09-EA75F5CC7F21}" type="presParOf" srcId="{4E903C84-BF6E-4836-914B-A337EE8826F9}" destId="{F05124E1-55AF-40A9-B5C8-67A4DDBAA6EA}" srcOrd="1" destOrd="0" presId="urn:microsoft.com/office/officeart/2005/8/layout/list1"/>
    <dgm:cxn modelId="{6DDE9593-E5AE-458C-AAC5-45CEFD711397}" type="presParOf" srcId="{4E903C84-BF6E-4836-914B-A337EE8826F9}" destId="{E5351B77-6486-4EF6-8830-948F9AD23A5C}" srcOrd="2" destOrd="0" presId="urn:microsoft.com/office/officeart/2005/8/layout/list1"/>
    <dgm:cxn modelId="{0173E71C-57DD-4E69-B65E-775E680821C8}" type="presParOf" srcId="{4E903C84-BF6E-4836-914B-A337EE8826F9}" destId="{BBC82E82-60FA-4FB7-89D0-ED931A5A57D3}" srcOrd="3" destOrd="0" presId="urn:microsoft.com/office/officeart/2005/8/layout/list1"/>
    <dgm:cxn modelId="{DC93E727-FDAC-4E7F-BBEC-1E940EC93A8C}" type="presParOf" srcId="{4E903C84-BF6E-4836-914B-A337EE8826F9}" destId="{BCF8C32D-949C-4A9E-955F-656497E4B1E2}" srcOrd="4" destOrd="0" presId="urn:microsoft.com/office/officeart/2005/8/layout/list1"/>
    <dgm:cxn modelId="{831AE2D6-E6BF-4949-A2AC-E794315E4EF2}" type="presParOf" srcId="{BCF8C32D-949C-4A9E-955F-656497E4B1E2}" destId="{15DC8158-8217-40DF-8FC9-249F588B0346}" srcOrd="0" destOrd="0" presId="urn:microsoft.com/office/officeart/2005/8/layout/list1"/>
    <dgm:cxn modelId="{D2F9E902-C7E7-46D1-A02E-7D29317CA6A7}" type="presParOf" srcId="{BCF8C32D-949C-4A9E-955F-656497E4B1E2}" destId="{4CD87FA7-44E5-4F0D-BA69-0C9F75F8D079}" srcOrd="1" destOrd="0" presId="urn:microsoft.com/office/officeart/2005/8/layout/list1"/>
    <dgm:cxn modelId="{79C3C2EC-FABE-4BAD-9044-FBFC24B76D5A}" type="presParOf" srcId="{4E903C84-BF6E-4836-914B-A337EE8826F9}" destId="{1698A3FE-81F8-43CE-B6FE-68FD63D29C36}" srcOrd="5" destOrd="0" presId="urn:microsoft.com/office/officeart/2005/8/layout/list1"/>
    <dgm:cxn modelId="{4128642E-8745-4D28-8FB7-14539B46C39E}" type="presParOf" srcId="{4E903C84-BF6E-4836-914B-A337EE8826F9}" destId="{8256A5D1-1D7E-4FA9-8BA6-DF28F2EAE00D}" srcOrd="6" destOrd="0" presId="urn:microsoft.com/office/officeart/2005/8/layout/list1"/>
    <dgm:cxn modelId="{7EFFC1D8-B740-4F97-8BA2-B52BF5148E2A}" type="presParOf" srcId="{4E903C84-BF6E-4836-914B-A337EE8826F9}" destId="{E8937135-E633-4C84-A138-0DFD0B505A1C}" srcOrd="7" destOrd="0" presId="urn:microsoft.com/office/officeart/2005/8/layout/list1"/>
    <dgm:cxn modelId="{3F2D5B5A-DEFC-4F82-B4C7-D0250DE794B5}" type="presParOf" srcId="{4E903C84-BF6E-4836-914B-A337EE8826F9}" destId="{3376AE48-A716-4BC8-B0A1-956DEA1AB15F}" srcOrd="8" destOrd="0" presId="urn:microsoft.com/office/officeart/2005/8/layout/list1"/>
    <dgm:cxn modelId="{A25EB256-28EA-4CED-8437-B2861FBB511D}" type="presParOf" srcId="{3376AE48-A716-4BC8-B0A1-956DEA1AB15F}" destId="{6E5C7189-E04D-4A97-BF68-75817439A9EB}" srcOrd="0" destOrd="0" presId="urn:microsoft.com/office/officeart/2005/8/layout/list1"/>
    <dgm:cxn modelId="{83C0CEE2-89BB-4777-BB5F-89EA289CB0DE}" type="presParOf" srcId="{3376AE48-A716-4BC8-B0A1-956DEA1AB15F}" destId="{5E08BC0B-EC1A-41C4-8107-8E28389115AD}" srcOrd="1" destOrd="0" presId="urn:microsoft.com/office/officeart/2005/8/layout/list1"/>
    <dgm:cxn modelId="{87E34D10-6A8C-4042-8BCF-522E61197B2E}" type="presParOf" srcId="{4E903C84-BF6E-4836-914B-A337EE8826F9}" destId="{4EFE20D0-4893-4503-B1B8-4FA7F285081D}" srcOrd="9" destOrd="0" presId="urn:microsoft.com/office/officeart/2005/8/layout/list1"/>
    <dgm:cxn modelId="{B48D1973-E2AA-46A4-BC56-FFD3985F83EC}" type="presParOf" srcId="{4E903C84-BF6E-4836-914B-A337EE8826F9}" destId="{63FC3438-6ACB-4A8D-B522-DFC3D8E1CD11}" srcOrd="10" destOrd="0" presId="urn:microsoft.com/office/officeart/2005/8/layout/list1"/>
    <dgm:cxn modelId="{8ABCD1B9-940D-4660-A485-262831DB7F28}" type="presParOf" srcId="{4E903C84-BF6E-4836-914B-A337EE8826F9}" destId="{F68AFFEC-0A3B-4B56-8C4D-ABC5FD1047D7}" srcOrd="11" destOrd="0" presId="urn:microsoft.com/office/officeart/2005/8/layout/list1"/>
    <dgm:cxn modelId="{D4A7751D-5B20-4952-A7BE-CBA9637CBC33}" type="presParOf" srcId="{4E903C84-BF6E-4836-914B-A337EE8826F9}" destId="{5EE82B42-B000-4104-8658-906A2307D0E0}" srcOrd="12" destOrd="0" presId="urn:microsoft.com/office/officeart/2005/8/layout/list1"/>
    <dgm:cxn modelId="{F712E2AD-1AFF-4299-9D14-08368B31966B}" type="presParOf" srcId="{5EE82B42-B000-4104-8658-906A2307D0E0}" destId="{44E47470-3C7B-4EAA-9494-A1C9399FDDE2}" srcOrd="0" destOrd="0" presId="urn:microsoft.com/office/officeart/2005/8/layout/list1"/>
    <dgm:cxn modelId="{6A19AAC0-0A36-4A14-9572-C62843DB770C}" type="presParOf" srcId="{5EE82B42-B000-4104-8658-906A2307D0E0}" destId="{9EE603B7-A4F8-452C-9428-ECEC4CF17411}" srcOrd="1" destOrd="0" presId="urn:microsoft.com/office/officeart/2005/8/layout/list1"/>
    <dgm:cxn modelId="{4C6D610B-73E2-4352-B097-E1FFB0DCA02F}" type="presParOf" srcId="{4E903C84-BF6E-4836-914B-A337EE8826F9}" destId="{970A5D0F-B02E-455A-94FB-12294D3166E8}" srcOrd="13" destOrd="0" presId="urn:microsoft.com/office/officeart/2005/8/layout/list1"/>
    <dgm:cxn modelId="{29CA232F-9012-4DDB-9154-2334C42ED976}" type="presParOf" srcId="{4E903C84-BF6E-4836-914B-A337EE8826F9}" destId="{572EE1F6-7CBC-44D6-AF3B-776700607636}" srcOrd="14" destOrd="0" presId="urn:microsoft.com/office/officeart/2005/8/layout/list1"/>
    <dgm:cxn modelId="{451BE06E-7D88-47F9-A90F-AF214B5D7ABB}" type="presParOf" srcId="{4E903C84-BF6E-4836-914B-A337EE8826F9}" destId="{382674FF-F1A1-4274-8D50-395BE94580F8}" srcOrd="15" destOrd="0" presId="urn:microsoft.com/office/officeart/2005/8/layout/list1"/>
    <dgm:cxn modelId="{93DA678F-CAD3-4D52-AD7B-FCA4EADC8DCE}" type="presParOf" srcId="{4E903C84-BF6E-4836-914B-A337EE8826F9}" destId="{8237D6FA-1E06-4F89-96A0-B29330FFC066}" srcOrd="16" destOrd="0" presId="urn:microsoft.com/office/officeart/2005/8/layout/list1"/>
    <dgm:cxn modelId="{2431E603-70B5-4D79-A9B5-C6E1B6A313C9}" type="presParOf" srcId="{8237D6FA-1E06-4F89-96A0-B29330FFC066}" destId="{095C50B5-9411-4390-9A85-68CF24A3968B}" srcOrd="0" destOrd="0" presId="urn:microsoft.com/office/officeart/2005/8/layout/list1"/>
    <dgm:cxn modelId="{5CE68741-4126-400B-8159-EAE9A742688C}" type="presParOf" srcId="{8237D6FA-1E06-4F89-96A0-B29330FFC066}" destId="{3FC59B9B-5A3C-43ED-90C2-5BE0354F4CD6}" srcOrd="1" destOrd="0" presId="urn:microsoft.com/office/officeart/2005/8/layout/list1"/>
    <dgm:cxn modelId="{48B86FB8-6AFB-4985-AB16-4279C09EFA66}" type="presParOf" srcId="{4E903C84-BF6E-4836-914B-A337EE8826F9}" destId="{64FF9042-7FDE-4054-A502-8978872BC891}" srcOrd="17" destOrd="0" presId="urn:microsoft.com/office/officeart/2005/8/layout/list1"/>
    <dgm:cxn modelId="{E8D7CFBE-D181-40CD-92B0-6E13143BE76F}" type="presParOf" srcId="{4E903C84-BF6E-4836-914B-A337EE8826F9}" destId="{979D0EC4-3DCF-4B54-81CB-7590760F4FE3}" srcOrd="18" destOrd="0" presId="urn:microsoft.com/office/officeart/2005/8/layout/list1"/>
    <dgm:cxn modelId="{CD819739-DC7A-4FC1-A1D0-3C038FB51EB2}" type="presParOf" srcId="{4E903C84-BF6E-4836-914B-A337EE8826F9}" destId="{2DA08002-D234-4961-ACFD-A4ACECA4EE32}" srcOrd="19" destOrd="0" presId="urn:microsoft.com/office/officeart/2005/8/layout/list1"/>
    <dgm:cxn modelId="{5A04C7A7-B065-4F62-8B5E-D9A8D67F8DA4}" type="presParOf" srcId="{4E903C84-BF6E-4836-914B-A337EE8826F9}" destId="{FD10BCA1-405C-4574-8FB3-9F8131E9556E}" srcOrd="20" destOrd="0" presId="urn:microsoft.com/office/officeart/2005/8/layout/list1"/>
    <dgm:cxn modelId="{B2D7DC0E-90CE-41AF-9305-60A3D494C82A}" type="presParOf" srcId="{FD10BCA1-405C-4574-8FB3-9F8131E9556E}" destId="{5307D53E-3C28-4FE0-9CC9-29FC90F49611}" srcOrd="0" destOrd="0" presId="urn:microsoft.com/office/officeart/2005/8/layout/list1"/>
    <dgm:cxn modelId="{C15BCE75-3BB4-4FC5-9F35-6A8695CE98C8}" type="presParOf" srcId="{FD10BCA1-405C-4574-8FB3-9F8131E9556E}" destId="{27864162-2CAA-4D7A-A615-34269EB40C0C}" srcOrd="1" destOrd="0" presId="urn:microsoft.com/office/officeart/2005/8/layout/list1"/>
    <dgm:cxn modelId="{8E4E7DE9-B409-4C2A-BCA1-E8B980E9A7D1}" type="presParOf" srcId="{4E903C84-BF6E-4836-914B-A337EE8826F9}" destId="{6B66AF27-7E10-4FE5-ADC2-C8A7D02206FE}" srcOrd="21" destOrd="0" presId="urn:microsoft.com/office/officeart/2005/8/layout/list1"/>
    <dgm:cxn modelId="{A0C345A9-75B9-4E7F-BD74-F3DE13CD6334}" type="presParOf" srcId="{4E903C84-BF6E-4836-914B-A337EE8826F9}" destId="{5A637577-E7AD-41ED-A056-1BDE071B292A}" srcOrd="22" destOrd="0" presId="urn:microsoft.com/office/officeart/2005/8/layout/list1"/>
    <dgm:cxn modelId="{69A4625C-40B1-4807-AE66-8B9AC07056A1}" type="presParOf" srcId="{4E903C84-BF6E-4836-914B-A337EE8826F9}" destId="{065E6935-F1B1-40A9-9333-EE715A83F289}" srcOrd="23" destOrd="0" presId="urn:microsoft.com/office/officeart/2005/8/layout/list1"/>
    <dgm:cxn modelId="{BBEF67B9-A840-427F-B73E-9D58A6D85D3D}" type="presParOf" srcId="{4E903C84-BF6E-4836-914B-A337EE8826F9}" destId="{FD9F9FB9-B92E-48FF-8590-66EF35C782DC}" srcOrd="24" destOrd="0" presId="urn:microsoft.com/office/officeart/2005/8/layout/list1"/>
    <dgm:cxn modelId="{965C9FC9-CC2B-479A-ABB9-103935D0CF04}" type="presParOf" srcId="{FD9F9FB9-B92E-48FF-8590-66EF35C782DC}" destId="{4AB7C132-6D3D-4826-9CF1-48DBAD7909D9}" srcOrd="0" destOrd="0" presId="urn:microsoft.com/office/officeart/2005/8/layout/list1"/>
    <dgm:cxn modelId="{D96DFC9A-F60F-461F-BFC3-E58AEF3BC8C5}" type="presParOf" srcId="{FD9F9FB9-B92E-48FF-8590-66EF35C782DC}" destId="{DB001B2C-C238-4FB1-95D2-860C97A8CDCD}" srcOrd="1" destOrd="0" presId="urn:microsoft.com/office/officeart/2005/8/layout/list1"/>
    <dgm:cxn modelId="{1D3173C9-EFB1-4428-A6AD-3124E7A00647}" type="presParOf" srcId="{4E903C84-BF6E-4836-914B-A337EE8826F9}" destId="{907E594F-3754-4808-9B7A-DC86115E0058}" srcOrd="25" destOrd="0" presId="urn:microsoft.com/office/officeart/2005/8/layout/list1"/>
    <dgm:cxn modelId="{1F1DD207-8B42-4974-8096-71E017C4B3DB}" type="presParOf" srcId="{4E903C84-BF6E-4836-914B-A337EE8826F9}" destId="{6EDBE823-58FD-4E84-8D21-1969F53BEA70}" srcOrd="26" destOrd="0" presId="urn:microsoft.com/office/officeart/2005/8/layout/list1"/>
    <dgm:cxn modelId="{ED09D5BE-8CF2-44B3-B03B-91EEDB4BCD33}" type="presParOf" srcId="{4E903C84-BF6E-4836-914B-A337EE8826F9}" destId="{344D87FD-C0FF-4984-A35B-E4C521DC7BB3}" srcOrd="27" destOrd="0" presId="urn:microsoft.com/office/officeart/2005/8/layout/list1"/>
    <dgm:cxn modelId="{AE9878CA-1B32-4FA9-AF69-C989710EC5DB}" type="presParOf" srcId="{4E903C84-BF6E-4836-914B-A337EE8826F9}" destId="{95EF34B7-D680-4F01-B2FD-3B7DB36774F2}" srcOrd="28" destOrd="0" presId="urn:microsoft.com/office/officeart/2005/8/layout/list1"/>
    <dgm:cxn modelId="{8ADC95F2-4447-43C7-A30B-2868ABF396D7}" type="presParOf" srcId="{95EF34B7-D680-4F01-B2FD-3B7DB36774F2}" destId="{0048F108-563B-4DB2-B53C-10AF350783F8}" srcOrd="0" destOrd="0" presId="urn:microsoft.com/office/officeart/2005/8/layout/list1"/>
    <dgm:cxn modelId="{690CD83B-8C0B-4CF8-8C03-EA5B0B367AE8}" type="presParOf" srcId="{95EF34B7-D680-4F01-B2FD-3B7DB36774F2}" destId="{BF5E36E6-F44E-4D8B-BEF6-45ADE67E0F19}" srcOrd="1" destOrd="0" presId="urn:microsoft.com/office/officeart/2005/8/layout/list1"/>
    <dgm:cxn modelId="{5E6FC6F4-6F25-4069-A06F-8BB5CA7CF085}" type="presParOf" srcId="{4E903C84-BF6E-4836-914B-A337EE8826F9}" destId="{EDB7F813-CFD8-40B3-82BD-459889278A7C}" srcOrd="29" destOrd="0" presId="urn:microsoft.com/office/officeart/2005/8/layout/list1"/>
    <dgm:cxn modelId="{0985AD8C-B7B8-4169-B0E7-7C5CC313E705}" type="presParOf" srcId="{4E903C84-BF6E-4836-914B-A337EE8826F9}" destId="{45159986-8182-46D2-88C4-70849CD1D175}" srcOrd="30" destOrd="0" presId="urn:microsoft.com/office/officeart/2005/8/layout/list1"/>
    <dgm:cxn modelId="{4B022A30-386E-444C-AEFD-496DEA84AB4E}" type="presParOf" srcId="{4E903C84-BF6E-4836-914B-A337EE8826F9}" destId="{E7D7FBCC-3794-4DDB-A097-A488BF3818CF}" srcOrd="31" destOrd="0" presId="urn:microsoft.com/office/officeart/2005/8/layout/list1"/>
    <dgm:cxn modelId="{BAEA1B23-B849-4D5B-BBCE-AD06F0C98FB5}" type="presParOf" srcId="{4E903C84-BF6E-4836-914B-A337EE8826F9}" destId="{00F78AB5-2280-4554-8D1D-A3C2182AA15F}" srcOrd="32" destOrd="0" presId="urn:microsoft.com/office/officeart/2005/8/layout/list1"/>
    <dgm:cxn modelId="{2F59BAE7-904D-494D-899E-DEF82090ECB0}" type="presParOf" srcId="{00F78AB5-2280-4554-8D1D-A3C2182AA15F}" destId="{70674C61-92C2-425A-9FC2-FBED75B1FE2A}" srcOrd="0" destOrd="0" presId="urn:microsoft.com/office/officeart/2005/8/layout/list1"/>
    <dgm:cxn modelId="{296F2EB6-36B7-4659-BD06-7B2B7335BE9C}" type="presParOf" srcId="{00F78AB5-2280-4554-8D1D-A3C2182AA15F}" destId="{16E07151-B3E0-48E5-9181-7CD62F8C4728}" srcOrd="1" destOrd="0" presId="urn:microsoft.com/office/officeart/2005/8/layout/list1"/>
    <dgm:cxn modelId="{B6BF2EF2-0EA0-4620-808D-22779A19A79D}" type="presParOf" srcId="{4E903C84-BF6E-4836-914B-A337EE8826F9}" destId="{3C1172D1-9A16-4FDD-BC90-A0DD0614F3D2}" srcOrd="33" destOrd="0" presId="urn:microsoft.com/office/officeart/2005/8/layout/list1"/>
    <dgm:cxn modelId="{6632F0C1-C141-4498-AC2A-FF7791AEFFBF}" type="presParOf" srcId="{4E903C84-BF6E-4836-914B-A337EE8826F9}" destId="{F9B6D90E-F390-47BF-8539-E61E9D7C8549}" srcOrd="3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C517381-BCC4-445E-B59E-DE763FDF3EA7}" type="doc">
      <dgm:prSet loTypeId="urn:microsoft.com/office/officeart/2005/8/layout/vList5" loCatId="list" qsTypeId="urn:microsoft.com/office/officeart/2005/8/quickstyle/simple3" qsCatId="simple" csTypeId="urn:microsoft.com/office/officeart/2005/8/colors/accent0_1" csCatId="mainScheme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6A4A2EC0-72C5-4175-BB49-3A9E9FDB934E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адаптивность</a:t>
          </a:r>
          <a:endParaRPr/>
        </a:p>
      </dgm:t>
    </dgm:pt>
    <dgm:pt modelId="{1415BC01-6205-4F2C-9378-8CBF3721A6A2}" type="parTrans" cxnId="{FA07909C-4909-4011-B9DC-25E1061E0DD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175B8B3D-B434-45A9-9E18-48104BAB2499}" type="sibTrans" cxnId="{FA07909C-4909-4011-B9DC-25E1061E0DD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D69E8BAF-646A-45F7-B6A1-82B763F76CAC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динамизм, гибкость</a:t>
          </a:r>
          <a:endParaRPr/>
        </a:p>
      </dgm:t>
    </dgm:pt>
    <dgm:pt modelId="{B94A4F53-B612-4329-8B7E-D128C1445C8C}" type="parTrans" cxnId="{5B43DC03-4235-4420-822D-6905D9A8EAC2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58F94386-D3FE-4FE2-A23E-BF69EEEC1F52}" type="sibTrans" cxnId="{5B43DC03-4235-4420-822D-6905D9A8EAC2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98421186-3785-41FB-B9A1-807C265EA88E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адекватность</a:t>
          </a:r>
          <a:endParaRPr/>
        </a:p>
      </dgm:t>
    </dgm:pt>
    <dgm:pt modelId="{2E04BE0C-A876-447B-B5AC-8CEFFD740613}" type="parTrans" cxnId="{4C0BD4A0-328A-4689-BF17-8E99D5823942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A8244ACC-D8C3-47DD-81AE-BA659CCF6D45}" type="sibTrans" cxnId="{4C0BD4A0-328A-4689-BF17-8E99D5823942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48B1670E-76DC-4A78-B2C4-ED222B36C733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специализация</a:t>
          </a:r>
          <a:endParaRPr/>
        </a:p>
      </dgm:t>
    </dgm:pt>
    <dgm:pt modelId="{4CFE1725-870E-42DC-B115-A7307C4EE81A}" type="parTrans" cxnId="{F72648AE-665A-4176-87DC-BDB62C62819D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7ED0ED28-12D7-4F7F-84DD-18017C509349}" type="sibTrans" cxnId="{F72648AE-665A-4176-87DC-BDB62C62819D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C356EBE5-C7C4-4890-9733-300BFD7D489B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оптимальность</a:t>
          </a:r>
          <a:endParaRPr/>
        </a:p>
      </dgm:t>
    </dgm:pt>
    <dgm:pt modelId="{B381DC52-1190-4B5D-8967-8E6055AAD975}" type="parTrans" cxnId="{B713E1AA-8877-4FDC-9FD4-66026F0F6DFF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01018A81-499C-4995-9895-A64933A8A76C}" type="sibTrans" cxnId="{B713E1AA-8877-4FDC-9FD4-66026F0F6DFF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423D8ED0-4FBC-489E-8883-544BB6E8B909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оперативность</a:t>
          </a:r>
          <a:endParaRPr/>
        </a:p>
      </dgm:t>
    </dgm:pt>
    <dgm:pt modelId="{F1A24AFA-7F02-4CF7-9910-7A9C6DADCFCC}" type="parTrans" cxnId="{F4E5EC3B-350C-409B-AFF5-D6B6487D48C4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E42CDBBD-AC75-4455-82DB-46270F1CC902}" type="sibTrans" cxnId="{F4E5EC3B-350C-409B-AFF5-D6B6487D48C4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9B7D7F0E-3E34-4EC6-89F2-65C1DF99912F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надежность</a:t>
          </a:r>
          <a:endParaRPr/>
        </a:p>
      </dgm:t>
    </dgm:pt>
    <dgm:pt modelId="{011EBDA7-8183-4C18-ABC4-DBAC07AA18D0}" type="parTrans" cxnId="{37BA1C8B-27D3-4FB1-AA24-FC4B32BEDEAA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2283B4B7-007E-4750-9C84-CF6F9F03F0CB}" type="sibTrans" cxnId="{37BA1C8B-27D3-4FB1-AA24-FC4B32BEDEAA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DF87ACA4-E930-410F-B238-2DE9D1C848F8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экономичность</a:t>
          </a:r>
          <a:endParaRPr/>
        </a:p>
      </dgm:t>
    </dgm:pt>
    <dgm:pt modelId="{BAC70438-1C51-4057-BD91-82F1DF9943D3}" type="parTrans" cxnId="{4F0F85AC-C3C9-41A7-A1F3-B0CAA80D9E62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6AE9B65A-6E3A-4A2A-8664-4F702285B048}" type="sibTrans" cxnId="{4F0F85AC-C3C9-41A7-A1F3-B0CAA80D9E62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2E635A01-370D-4636-87AF-CB2B15803F0C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простота</a:t>
          </a:r>
          <a:endParaRPr/>
        </a:p>
      </dgm:t>
    </dgm:pt>
    <dgm:pt modelId="{9EB15C42-30AD-46B5-9600-D53D3050736A}" type="parTrans" cxnId="{95D5D49C-F8CB-433D-90BC-001138B4276A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CCA786CB-0F45-4572-A706-CEAE60C6CE41}" type="sibTrans" cxnId="{95D5D49C-F8CB-433D-90BC-001138B4276A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  <a:cs typeface="Times New Roman"/>
          </a:endParaRPr>
        </a:p>
      </dgm:t>
    </dgm:pt>
    <dgm:pt modelId="{75F77275-E167-4A7E-A47F-352DB3F586A4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способность приспосабливаться к переменам во внешней среде; </a:t>
          </a:r>
          <a:endParaRPr/>
        </a:p>
      </dgm:t>
    </dgm:pt>
    <dgm:pt modelId="{5B3747FE-EF21-4648-991D-298BFE5828CE}" type="parTrans" cxnId="{E0275F66-99D3-4085-BABF-E5CF5A0B4340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62C8C64D-BEF1-4A80-BED6-B7DB290F7D44}" type="sibTrans" cxnId="{E0275F66-99D3-4085-BABF-E5CF5A0B4340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D7D0D814-6B46-4C6E-BDBC-516163AA3694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способность чутко реагировать на изменение спроса, технологий; </a:t>
          </a:r>
          <a:endParaRPr/>
        </a:p>
      </dgm:t>
    </dgm:pt>
    <dgm:pt modelId="{6B0D21EF-F830-4898-BCF4-F1C9186EBA3F}" type="parTrans" cxnId="{18B1D664-DD17-43C7-93E1-14608507074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89B244B2-B598-4986-9EAF-6126581D7761}" type="sibTrans" cxnId="{18B1D664-DD17-43C7-93E1-14608507074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1B07E9AB-3239-45E2-BDFD-48CE239A1610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постоянное соответствие организационной структуры параметрам управляемой системы; </a:t>
          </a:r>
          <a:endParaRPr/>
        </a:p>
      </dgm:t>
    </dgm:pt>
    <dgm:pt modelId="{4183115B-FB0A-40A5-B975-D2E60C30E840}" type="parTrans" cxnId="{CBD51C12-577C-4B1B-914A-3ABABF9DBE98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D1202FDA-36F5-42BD-8183-2D1E955B72CC}" type="sibTrans" cxnId="{CBD51C12-577C-4B1B-914A-3ABABF9DBE98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1C97C713-DF79-4E5C-B183-C0D81F445358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ограничение и конкретизация сферы деятельности каждого управленческого звена; </a:t>
          </a:r>
          <a:endParaRPr/>
        </a:p>
      </dgm:t>
    </dgm:pt>
    <dgm:pt modelId="{234F6D2D-1FF2-4EAA-ACB2-945C76AF7E3C}" type="parTrans" cxnId="{61EDAC4C-CBB2-47C0-A109-FE93994C0DAB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03C90EF3-135D-4F94-9562-FB0B46BFBB5B}" type="sibTrans" cxnId="{61EDAC4C-CBB2-47C0-A109-FE93994C0DAB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EB90A4A0-6BCF-4A6A-A3B5-FC9A065E4BCC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установление рациональных связей между уровнями и звеньями управления; </a:t>
          </a:r>
          <a:endParaRPr/>
        </a:p>
      </dgm:t>
    </dgm:pt>
    <dgm:pt modelId="{9609B128-9E08-43C3-B363-05FB7BEA70DE}" type="parTrans" cxnId="{F52EEC6D-0B78-43B5-B488-3E1A20DCE49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642424E7-4F19-476E-9276-CA85099ABA13}" type="sibTrans" cxnId="{F52EEC6D-0B78-43B5-B488-3E1A20DCE491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098DB7FC-7D4F-4106-962E-C63BD28978CE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недопущение необратимых изменений в управляемой системе за время принятия решения; </a:t>
          </a:r>
          <a:endParaRPr/>
        </a:p>
      </dgm:t>
    </dgm:pt>
    <dgm:pt modelId="{1A8BB1A7-186C-45F1-848B-1FF7895799E0}" type="parTrans" cxnId="{52C3BB4B-F7AA-4668-9806-2628719D496C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B76E92DB-7914-4A1C-9C4F-E4153AF2FC69}" type="sibTrans" cxnId="{52C3BB4B-F7AA-4668-9806-2628719D496C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F5ED227F-CA45-4142-A8A5-B6197AC8257E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гарантия достоверности передачи информации; </a:t>
          </a:r>
          <a:endParaRPr/>
        </a:p>
      </dgm:t>
    </dgm:pt>
    <dgm:pt modelId="{02B37E22-8B03-42D6-988F-531266988C1C}" type="parTrans" cxnId="{67BDF03C-77D3-4BB5-B786-C62E7B9AF7D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55FE1C19-06BA-430F-99C2-5670547837BE}" type="sibTrans" cxnId="{67BDF03C-77D3-4BB5-B786-C62E7B9AF7D5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734D8E46-F56B-4ED0-8C4C-689BA26F95FC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соответствие затрат на содержание органов управления возможностям организации; </a:t>
          </a:r>
          <a:endParaRPr/>
        </a:p>
      </dgm:t>
    </dgm:pt>
    <dgm:pt modelId="{88F75000-5C2B-40A3-B977-E2A9E3545131}" type="parTrans" cxnId="{60A4CCFB-3E7B-4838-A1EE-848E5E976D78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DF1FD6C0-569C-453A-BFC5-D934B78611E4}" type="sibTrans" cxnId="{60A4CCFB-3E7B-4838-A1EE-848E5E976D78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9A657C6A-271F-4089-933E-4ACB88B5DFB1}">
      <dgm:prSet phldrT="" custT="1"/>
      <dgm:spPr bwMode="auto"/>
      <dgm:t>
        <a:bodyPr/>
        <a:lstStyle/>
        <a:p>
          <a:pPr>
            <a:defRPr/>
          </a:pPr>
          <a:r>
            <a:rPr lang="ru-RU" sz="1600">
              <a:latin typeface="+mn-lt"/>
              <a:cs typeface="Times New Roman"/>
            </a:rPr>
            <a:t>легкость для персонала в приспособлении к данной форме управления. </a:t>
          </a:r>
          <a:endParaRPr/>
        </a:p>
      </dgm:t>
    </dgm:pt>
    <dgm:pt modelId="{6BA5FBD9-CFF2-4972-9EEB-20ACBF9A94C5}" type="parTrans" cxnId="{2F9038FF-61CC-474E-B4FD-E0DB29ED0FAC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47D6574A-18FE-40A3-8DAE-796454E95FCC}" type="sibTrans" cxnId="{2F9038FF-61CC-474E-B4FD-E0DB29ED0FAC}">
      <dgm:prSet/>
      <dgm:spPr bwMode="auto"/>
      <dgm:t>
        <a:bodyPr/>
        <a:lstStyle/>
        <a:p>
          <a:pPr>
            <a:defRPr/>
          </a:pPr>
          <a:endParaRPr lang="ru-RU" sz="1600">
            <a:latin typeface="+mn-lt"/>
          </a:endParaRPr>
        </a:p>
      </dgm:t>
    </dgm:pt>
    <dgm:pt modelId="{E239564B-0A96-4555-8D25-5EF2E60C8CC8}" type="pres">
      <dgm:prSet presAssocID="{CC517381-BCC4-445E-B59E-DE763FDF3EA7}" presName="Name0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F5E9FF15-2491-4118-B031-F53CD3A7079C}" type="pres">
      <dgm:prSet presAssocID="{6A4A2EC0-72C5-4175-BB49-3A9E9FDB934E}" presName="linNode" presStyleCnt="0"/>
      <dgm:spPr bwMode="auto"/>
    </dgm:pt>
    <dgm:pt modelId="{F1DBB5C4-B2C5-4030-9210-BBCE08E65F11}" type="pres">
      <dgm:prSet presAssocID="{6A4A2EC0-72C5-4175-BB49-3A9E9FDB934E}" presName="parentText" presStyleLbl="node1" presStyleIdx="0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A1E9CAA-DF9B-4CDB-A0ED-C168E738935A}" type="pres">
      <dgm:prSet custScaleX="158764" presAssocID="{6A4A2EC0-72C5-4175-BB49-3A9E9FDB934E}" presName="descendantText" presStyleLbl="alignAccFollowNode1" presStyleIdx="0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35FD01D-0062-4DD6-9267-6C1750832604}" type="pres">
      <dgm:prSet presAssocID="{175B8B3D-B434-45A9-9E18-48104BAB2499}" presName="sp" presStyleCnt="0"/>
      <dgm:spPr bwMode="auto"/>
    </dgm:pt>
    <dgm:pt modelId="{92008888-7D46-41EE-957A-A6BD9E9A58C8}" type="pres">
      <dgm:prSet presAssocID="{D69E8BAF-646A-45F7-B6A1-82B763F76CAC}" presName="linNode" presStyleCnt="0"/>
      <dgm:spPr bwMode="auto"/>
    </dgm:pt>
    <dgm:pt modelId="{E3107B5D-EC84-4B92-9493-2EE3F72BA6B4}" type="pres">
      <dgm:prSet presAssocID="{D69E8BAF-646A-45F7-B6A1-82B763F76CAC}" presName="parentText" presStyleLbl="node1" presStyleIdx="1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0806CAB-C97A-4C85-8295-5EFBD06226F4}" type="pres">
      <dgm:prSet custScaleX="158764" presAssocID="{D69E8BAF-646A-45F7-B6A1-82B763F76CAC}" presName="descendantText" presStyleLbl="alignAccFollowNode1" presStyleIdx="1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943C16D-758B-4EE1-B80A-705AAB74F14E}" type="pres">
      <dgm:prSet presAssocID="{58F94386-D3FE-4FE2-A23E-BF69EEEC1F52}" presName="sp" presStyleCnt="0"/>
      <dgm:spPr bwMode="auto"/>
    </dgm:pt>
    <dgm:pt modelId="{1A42B4A2-0B31-4C76-877B-5B684FA133C8}" type="pres">
      <dgm:prSet presAssocID="{98421186-3785-41FB-B9A1-807C265EA88E}" presName="linNode" presStyleCnt="0"/>
      <dgm:spPr bwMode="auto"/>
    </dgm:pt>
    <dgm:pt modelId="{3098F0FB-9E50-42A8-9CCD-ABE98D471D5C}" type="pres">
      <dgm:prSet presAssocID="{98421186-3785-41FB-B9A1-807C265EA88E}" presName="parentText" presStyleLbl="node1" presStyleIdx="2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75F5D51-36AD-4EAD-A582-19279B2A935F}" type="pres">
      <dgm:prSet custScaleX="158764" presAssocID="{98421186-3785-41FB-B9A1-807C265EA88E}" presName="descendantText" presStyleLbl="alignAccFollowNode1" presStyleIdx="2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A6E762C-02D7-4A75-9F7D-8FEF07D97B9C}" type="pres">
      <dgm:prSet presAssocID="{A8244ACC-D8C3-47DD-81AE-BA659CCF6D45}" presName="sp" presStyleCnt="0"/>
      <dgm:spPr bwMode="auto"/>
    </dgm:pt>
    <dgm:pt modelId="{FA270B17-7953-4894-95EE-DDDEDB3851D2}" type="pres">
      <dgm:prSet presAssocID="{48B1670E-76DC-4A78-B2C4-ED222B36C733}" presName="linNode" presStyleCnt="0"/>
      <dgm:spPr bwMode="auto"/>
    </dgm:pt>
    <dgm:pt modelId="{C9BF2B41-7C13-4814-91B4-9E4878CC9965}" type="pres">
      <dgm:prSet presAssocID="{48B1670E-76DC-4A78-B2C4-ED222B36C733}" presName="parentText" presStyleLbl="node1" presStyleIdx="3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3E9B28B-44F3-4192-90A6-1E0A2429BAFC}" type="pres">
      <dgm:prSet custScaleX="158764" presAssocID="{48B1670E-76DC-4A78-B2C4-ED222B36C733}" presName="descendantText" presStyleLbl="alignAccFollowNode1" presStyleIdx="3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20187A7-2A48-4638-BCA8-10CDBC1C0705}" type="pres">
      <dgm:prSet presAssocID="{7ED0ED28-12D7-4F7F-84DD-18017C509349}" presName="sp" presStyleCnt="0"/>
      <dgm:spPr bwMode="auto"/>
    </dgm:pt>
    <dgm:pt modelId="{A07D757D-6477-4B1D-981D-7ED9D81FEA6F}" type="pres">
      <dgm:prSet presAssocID="{C356EBE5-C7C4-4890-9733-300BFD7D489B}" presName="linNode" presStyleCnt="0"/>
      <dgm:spPr bwMode="auto"/>
    </dgm:pt>
    <dgm:pt modelId="{28B023DB-3262-4EAA-886F-75DBDC0987AE}" type="pres">
      <dgm:prSet presAssocID="{C356EBE5-C7C4-4890-9733-300BFD7D489B}" presName="parentText" presStyleLbl="node1" presStyleIdx="4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B57211C-E56E-4EA8-BD4F-9DED201511E8}" type="pres">
      <dgm:prSet custScaleX="158764" presAssocID="{C356EBE5-C7C4-4890-9733-300BFD7D489B}" presName="descendantText" presStyleLbl="alignAccFollowNode1" presStyleIdx="4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5E612FD-4572-44D4-ABA2-2EAD1904F4F4}" type="pres">
      <dgm:prSet presAssocID="{01018A81-499C-4995-9895-A64933A8A76C}" presName="sp" presStyleCnt="0"/>
      <dgm:spPr bwMode="auto"/>
    </dgm:pt>
    <dgm:pt modelId="{C2E8C56C-81A9-446B-A89B-2436F02A4585}" type="pres">
      <dgm:prSet presAssocID="{423D8ED0-4FBC-489E-8883-544BB6E8B909}" presName="linNode" presStyleCnt="0"/>
      <dgm:spPr bwMode="auto"/>
    </dgm:pt>
    <dgm:pt modelId="{7DBF16C1-86A3-47D2-BDEA-FB7FB6F8FE9C}" type="pres">
      <dgm:prSet presAssocID="{423D8ED0-4FBC-489E-8883-544BB6E8B909}" presName="parentText" presStyleLbl="node1" presStyleIdx="5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6965D19-F867-4A18-B77A-6BDACF33D7F5}" type="pres">
      <dgm:prSet custScaleX="158764" presAssocID="{423D8ED0-4FBC-489E-8883-544BB6E8B909}" presName="descendantText" presStyleLbl="alignAccFollowNode1" presStyleIdx="5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C97180D-1057-4584-84B0-652811CAF1A4}" type="pres">
      <dgm:prSet presAssocID="{E42CDBBD-AC75-4455-82DB-46270F1CC902}" presName="sp" presStyleCnt="0"/>
      <dgm:spPr bwMode="auto"/>
    </dgm:pt>
    <dgm:pt modelId="{58E40E2F-5595-4557-AE7A-35039BE874BF}" type="pres">
      <dgm:prSet presAssocID="{9B7D7F0E-3E34-4EC6-89F2-65C1DF99912F}" presName="linNode" presStyleCnt="0"/>
      <dgm:spPr bwMode="auto"/>
    </dgm:pt>
    <dgm:pt modelId="{FC45D2E9-111C-42F9-9486-23017BC3CB96}" type="pres">
      <dgm:prSet presAssocID="{9B7D7F0E-3E34-4EC6-89F2-65C1DF99912F}" presName="parentText" presStyleLbl="node1" presStyleIdx="6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ECD4102-1673-4F80-BB63-0F4130A00D96}" type="pres">
      <dgm:prSet custScaleX="158764" presAssocID="{9B7D7F0E-3E34-4EC6-89F2-65C1DF99912F}" presName="descendantText" presStyleLbl="alignAccFollowNode1" presStyleIdx="6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ED8B62E-6BE0-4CDD-BB8C-B0301927D6E3}" type="pres">
      <dgm:prSet presAssocID="{2283B4B7-007E-4750-9C84-CF6F9F03F0CB}" presName="sp" presStyleCnt="0"/>
      <dgm:spPr bwMode="auto"/>
    </dgm:pt>
    <dgm:pt modelId="{77D11CCA-82D2-4139-85F9-A0469C824CF4}" type="pres">
      <dgm:prSet presAssocID="{DF87ACA4-E930-410F-B238-2DE9D1C848F8}" presName="linNode" presStyleCnt="0"/>
      <dgm:spPr bwMode="auto"/>
    </dgm:pt>
    <dgm:pt modelId="{D4332DEA-CB99-48C2-A714-06E398584397}" type="pres">
      <dgm:prSet presAssocID="{DF87ACA4-E930-410F-B238-2DE9D1C848F8}" presName="parentText" presStyleLbl="node1" presStyleIdx="7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DA0DBA3-AD36-4C18-A330-0FEE4F755B00}" type="pres">
      <dgm:prSet custScaleX="158764" presAssocID="{DF87ACA4-E930-410F-B238-2DE9D1C848F8}" presName="descendantText" presStyleLbl="alignAccFollowNode1" presStyleIdx="7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A1F98D99-9B41-4F80-9971-E7F0E2616F66}" type="pres">
      <dgm:prSet presAssocID="{6AE9B65A-6E3A-4A2A-8664-4F702285B048}" presName="sp" presStyleCnt="0"/>
      <dgm:spPr bwMode="auto"/>
    </dgm:pt>
    <dgm:pt modelId="{275D78D1-8B29-4396-B5A2-BBAABA61A0BE}" type="pres">
      <dgm:prSet presAssocID="{2E635A01-370D-4636-87AF-CB2B15803F0C}" presName="linNode" presStyleCnt="0"/>
      <dgm:spPr bwMode="auto"/>
    </dgm:pt>
    <dgm:pt modelId="{BAD9EDB2-578B-4E08-9CC2-EA06BCDDCE0B}" type="pres">
      <dgm:prSet presAssocID="{2E635A01-370D-4636-87AF-CB2B15803F0C}" presName="parentText" presStyleLbl="node1" presStyleIdx="8" presStyleCnt="9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304902A-4497-4BE8-A9FE-7C53853369D6}" type="pres">
      <dgm:prSet custScaleX="158764" presAssocID="{2E635A01-370D-4636-87AF-CB2B15803F0C}" presName="descendantText" presStyleLbl="alignAccFollowNode1" presStyleIdx="8" presStyleCnt="9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F1F81B57-C2D7-486E-AFBB-96602B97BB21}" type="presOf" srcId="{6A4A2EC0-72C5-4175-BB49-3A9E9FDB934E}" destId="{F1DBB5C4-B2C5-4030-9210-BBCE08E65F11}" srcOrd="0" destOrd="0" presId="urn:microsoft.com/office/officeart/2005/8/layout/vList5"/>
    <dgm:cxn modelId="{E7F648F7-B67C-4795-8E42-8304EC58CDBD}" type="presOf" srcId="{75F77275-E167-4A7E-A47F-352DB3F586A4}" destId="{3A1E9CAA-DF9B-4CDB-A0ED-C168E738935A}" srcOrd="0" destOrd="0" presId="urn:microsoft.com/office/officeart/2005/8/layout/vList5"/>
    <dgm:cxn modelId="{8A5CF534-DA29-4F48-B06B-66C88EF873BD}" type="presOf" srcId="{DF87ACA4-E930-410F-B238-2DE9D1C848F8}" destId="{D4332DEA-CB99-48C2-A714-06E398584397}" srcOrd="0" destOrd="0" presId="urn:microsoft.com/office/officeart/2005/8/layout/vList5"/>
    <dgm:cxn modelId="{943FAB3A-99F0-4EF7-9F95-55F803B0A097}" type="presOf" srcId="{D7D0D814-6B46-4C6E-BDBC-516163AA3694}" destId="{20806CAB-C97A-4C85-8295-5EFBD06226F4}" srcOrd="0" destOrd="0" presId="urn:microsoft.com/office/officeart/2005/8/layout/vList5"/>
    <dgm:cxn modelId="{CBD51C12-577C-4B1B-914A-3ABABF9DBE98}" srcId="{98421186-3785-41FB-B9A1-807C265EA88E}" destId="{1B07E9AB-3239-45E2-BDFD-48CE239A1610}" srcOrd="0" destOrd="0" parTransId="{4183115B-FB0A-40A5-B975-D2E60C30E840}" sibTransId="{D1202FDA-36F5-42BD-8183-2D1E955B72CC}"/>
    <dgm:cxn modelId="{FA07909C-4909-4011-B9DC-25E1061E0DD5}" srcId="{CC517381-BCC4-445E-B59E-DE763FDF3EA7}" destId="{6A4A2EC0-72C5-4175-BB49-3A9E9FDB934E}" srcOrd="0" destOrd="0" parTransId="{1415BC01-6205-4F2C-9378-8CBF3721A6A2}" sibTransId="{175B8B3D-B434-45A9-9E18-48104BAB2499}"/>
    <dgm:cxn modelId="{D99D93D2-08FB-480B-B009-7951AF701A33}" type="presOf" srcId="{CC517381-BCC4-445E-B59E-DE763FDF3EA7}" destId="{E239564B-0A96-4555-8D25-5EF2E60C8CC8}" srcOrd="0" destOrd="0" presId="urn:microsoft.com/office/officeart/2005/8/layout/vList5"/>
    <dgm:cxn modelId="{61EDAC4C-CBB2-47C0-A109-FE93994C0DAB}" srcId="{48B1670E-76DC-4A78-B2C4-ED222B36C733}" destId="{1C97C713-DF79-4E5C-B183-C0D81F445358}" srcOrd="0" destOrd="0" parTransId="{234F6D2D-1FF2-4EAA-ACB2-945C76AF7E3C}" sibTransId="{03C90EF3-135D-4F94-9562-FB0B46BFBB5B}"/>
    <dgm:cxn modelId="{37BA1C8B-27D3-4FB1-AA24-FC4B32BEDEAA}" srcId="{CC517381-BCC4-445E-B59E-DE763FDF3EA7}" destId="{9B7D7F0E-3E34-4EC6-89F2-65C1DF99912F}" srcOrd="6" destOrd="0" parTransId="{011EBDA7-8183-4C18-ABC4-DBAC07AA18D0}" sibTransId="{2283B4B7-007E-4750-9C84-CF6F9F03F0CB}"/>
    <dgm:cxn modelId="{4C0BD4A0-328A-4689-BF17-8E99D5823942}" srcId="{CC517381-BCC4-445E-B59E-DE763FDF3EA7}" destId="{98421186-3785-41FB-B9A1-807C265EA88E}" srcOrd="2" destOrd="0" parTransId="{2E04BE0C-A876-447B-B5AC-8CEFFD740613}" sibTransId="{A8244ACC-D8C3-47DD-81AE-BA659CCF6D45}"/>
    <dgm:cxn modelId="{E0275F66-99D3-4085-BABF-E5CF5A0B4340}" srcId="{6A4A2EC0-72C5-4175-BB49-3A9E9FDB934E}" destId="{75F77275-E167-4A7E-A47F-352DB3F586A4}" srcOrd="0" destOrd="0" parTransId="{5B3747FE-EF21-4648-991D-298BFE5828CE}" sibTransId="{62C8C64D-BEF1-4A80-BED6-B7DB290F7D44}"/>
    <dgm:cxn modelId="{1BD6F42F-7BA9-4EC7-B41E-CDF6A5BFAC3B}" type="presOf" srcId="{C356EBE5-C7C4-4890-9733-300BFD7D489B}" destId="{28B023DB-3262-4EAA-886F-75DBDC0987AE}" srcOrd="0" destOrd="0" presId="urn:microsoft.com/office/officeart/2005/8/layout/vList5"/>
    <dgm:cxn modelId="{354A6B3D-657B-4003-9023-F21B183E1E27}" type="presOf" srcId="{9A657C6A-271F-4089-933E-4ACB88B5DFB1}" destId="{2304902A-4497-4BE8-A9FE-7C53853369D6}" srcOrd="0" destOrd="0" presId="urn:microsoft.com/office/officeart/2005/8/layout/vList5"/>
    <dgm:cxn modelId="{D3FD05B1-6A94-470B-A6A9-8A1398FE26A1}" type="presOf" srcId="{F5ED227F-CA45-4142-A8A5-B6197AC8257E}" destId="{DECD4102-1673-4F80-BB63-0F4130A00D96}" srcOrd="0" destOrd="0" presId="urn:microsoft.com/office/officeart/2005/8/layout/vList5"/>
    <dgm:cxn modelId="{5B43DC03-4235-4420-822D-6905D9A8EAC2}" srcId="{CC517381-BCC4-445E-B59E-DE763FDF3EA7}" destId="{D69E8BAF-646A-45F7-B6A1-82B763F76CAC}" srcOrd="1" destOrd="0" parTransId="{B94A4F53-B612-4329-8B7E-D128C1445C8C}" sibTransId="{58F94386-D3FE-4FE2-A23E-BF69EEEC1F52}"/>
    <dgm:cxn modelId="{63149530-2E69-4E69-973B-A11F9E805A31}" type="presOf" srcId="{423D8ED0-4FBC-489E-8883-544BB6E8B909}" destId="{7DBF16C1-86A3-47D2-BDEA-FB7FB6F8FE9C}" srcOrd="0" destOrd="0" presId="urn:microsoft.com/office/officeart/2005/8/layout/vList5"/>
    <dgm:cxn modelId="{3E9DB24C-3121-4960-96A8-F3E8A4923DCB}" type="presOf" srcId="{48B1670E-76DC-4A78-B2C4-ED222B36C733}" destId="{C9BF2B41-7C13-4814-91B4-9E4878CC9965}" srcOrd="0" destOrd="0" presId="urn:microsoft.com/office/officeart/2005/8/layout/vList5"/>
    <dgm:cxn modelId="{B713E1AA-8877-4FDC-9FD4-66026F0F6DFF}" srcId="{CC517381-BCC4-445E-B59E-DE763FDF3EA7}" destId="{C356EBE5-C7C4-4890-9733-300BFD7D489B}" srcOrd="4" destOrd="0" parTransId="{B381DC52-1190-4B5D-8967-8E6055AAD975}" sibTransId="{01018A81-499C-4995-9895-A64933A8A76C}"/>
    <dgm:cxn modelId="{95D5D49C-F8CB-433D-90BC-001138B4276A}" srcId="{CC517381-BCC4-445E-B59E-DE763FDF3EA7}" destId="{2E635A01-370D-4636-87AF-CB2B15803F0C}" srcOrd="8" destOrd="0" parTransId="{9EB15C42-30AD-46B5-9600-D53D3050736A}" sibTransId="{CCA786CB-0F45-4572-A706-CEAE60C6CE41}"/>
    <dgm:cxn modelId="{4E026D4C-17FA-4746-8A2F-EA7F65AD4EE6}" type="presOf" srcId="{9B7D7F0E-3E34-4EC6-89F2-65C1DF99912F}" destId="{FC45D2E9-111C-42F9-9486-23017BC3CB96}" srcOrd="0" destOrd="0" presId="urn:microsoft.com/office/officeart/2005/8/layout/vList5"/>
    <dgm:cxn modelId="{E63EC323-B23B-41EE-A731-0EC6069EC89D}" type="presOf" srcId="{734D8E46-F56B-4ED0-8C4C-689BA26F95FC}" destId="{BDA0DBA3-AD36-4C18-A330-0FEE4F755B00}" srcOrd="0" destOrd="0" presId="urn:microsoft.com/office/officeart/2005/8/layout/vList5"/>
    <dgm:cxn modelId="{4F0F85AC-C3C9-41A7-A1F3-B0CAA80D9E62}" srcId="{CC517381-BCC4-445E-B59E-DE763FDF3EA7}" destId="{DF87ACA4-E930-410F-B238-2DE9D1C848F8}" srcOrd="7" destOrd="0" parTransId="{BAC70438-1C51-4057-BD91-82F1DF9943D3}" sibTransId="{6AE9B65A-6E3A-4A2A-8664-4F702285B048}"/>
    <dgm:cxn modelId="{52C3BB4B-F7AA-4668-9806-2628719D496C}" srcId="{423D8ED0-4FBC-489E-8883-544BB6E8B909}" destId="{098DB7FC-7D4F-4106-962E-C63BD28978CE}" srcOrd="0" destOrd="0" parTransId="{1A8BB1A7-186C-45F1-848B-1FF7895799E0}" sibTransId="{B76E92DB-7914-4A1C-9C4F-E4153AF2FC69}"/>
    <dgm:cxn modelId="{340E1512-0F49-4551-9AC9-96BC1D6A483A}" type="presOf" srcId="{1B07E9AB-3239-45E2-BDFD-48CE239A1610}" destId="{075F5D51-36AD-4EAD-A582-19279B2A935F}" srcOrd="0" destOrd="0" presId="urn:microsoft.com/office/officeart/2005/8/layout/vList5"/>
    <dgm:cxn modelId="{60A4CCFB-3E7B-4838-A1EE-848E5E976D78}" srcId="{DF87ACA4-E930-410F-B238-2DE9D1C848F8}" destId="{734D8E46-F56B-4ED0-8C4C-689BA26F95FC}" srcOrd="0" destOrd="0" parTransId="{88F75000-5C2B-40A3-B977-E2A9E3545131}" sibTransId="{DF1FD6C0-569C-453A-BFC5-D934B78611E4}"/>
    <dgm:cxn modelId="{2F9038FF-61CC-474E-B4FD-E0DB29ED0FAC}" srcId="{2E635A01-370D-4636-87AF-CB2B15803F0C}" destId="{9A657C6A-271F-4089-933E-4ACB88B5DFB1}" srcOrd="0" destOrd="0" parTransId="{6BA5FBD9-CFF2-4972-9EEB-20ACBF9A94C5}" sibTransId="{47D6574A-18FE-40A3-8DAE-796454E95FCC}"/>
    <dgm:cxn modelId="{2C3DDF2F-916C-443A-9BE7-888A00DDD355}" type="presOf" srcId="{D69E8BAF-646A-45F7-B6A1-82B763F76CAC}" destId="{E3107B5D-EC84-4B92-9493-2EE3F72BA6B4}" srcOrd="0" destOrd="0" presId="urn:microsoft.com/office/officeart/2005/8/layout/vList5"/>
    <dgm:cxn modelId="{23F62D76-E0A3-4D70-A0C5-92AEADAB47CD}" type="presOf" srcId="{2E635A01-370D-4636-87AF-CB2B15803F0C}" destId="{BAD9EDB2-578B-4E08-9CC2-EA06BCDDCE0B}" srcOrd="0" destOrd="0" presId="urn:microsoft.com/office/officeart/2005/8/layout/vList5"/>
    <dgm:cxn modelId="{769B9A30-E438-407B-A398-D4630798A58D}" type="presOf" srcId="{098DB7FC-7D4F-4106-962E-C63BD28978CE}" destId="{76965D19-F867-4A18-B77A-6BDACF33D7F5}" srcOrd="0" destOrd="0" presId="urn:microsoft.com/office/officeart/2005/8/layout/vList5"/>
    <dgm:cxn modelId="{F52EEC6D-0B78-43B5-B488-3E1A20DCE491}" srcId="{C356EBE5-C7C4-4890-9733-300BFD7D489B}" destId="{EB90A4A0-6BCF-4A6A-A3B5-FC9A065E4BCC}" srcOrd="0" destOrd="0" parTransId="{9609B128-9E08-43C3-B363-05FB7BEA70DE}" sibTransId="{642424E7-4F19-476E-9276-CA85099ABA13}"/>
    <dgm:cxn modelId="{1FD8996C-7036-420C-8C07-F133A43371D3}" type="presOf" srcId="{98421186-3785-41FB-B9A1-807C265EA88E}" destId="{3098F0FB-9E50-42A8-9CCD-ABE98D471D5C}" srcOrd="0" destOrd="0" presId="urn:microsoft.com/office/officeart/2005/8/layout/vList5"/>
    <dgm:cxn modelId="{F4E5EC3B-350C-409B-AFF5-D6B6487D48C4}" srcId="{CC517381-BCC4-445E-B59E-DE763FDF3EA7}" destId="{423D8ED0-4FBC-489E-8883-544BB6E8B909}" srcOrd="5" destOrd="0" parTransId="{F1A24AFA-7F02-4CF7-9910-7A9C6DADCFCC}" sibTransId="{E42CDBBD-AC75-4455-82DB-46270F1CC902}"/>
    <dgm:cxn modelId="{18B1D664-DD17-43C7-93E1-146085070741}" srcId="{D69E8BAF-646A-45F7-B6A1-82B763F76CAC}" destId="{D7D0D814-6B46-4C6E-BDBC-516163AA3694}" srcOrd="0" destOrd="0" parTransId="{6B0D21EF-F830-4898-BCF4-F1C9186EBA3F}" sibTransId="{89B244B2-B598-4986-9EAF-6126581D7761}"/>
    <dgm:cxn modelId="{F72648AE-665A-4176-87DC-BDB62C62819D}" srcId="{CC517381-BCC4-445E-B59E-DE763FDF3EA7}" destId="{48B1670E-76DC-4A78-B2C4-ED222B36C733}" srcOrd="3" destOrd="0" parTransId="{4CFE1725-870E-42DC-B115-A7307C4EE81A}" sibTransId="{7ED0ED28-12D7-4F7F-84DD-18017C509349}"/>
    <dgm:cxn modelId="{68A00D24-5756-4973-8C8A-05C715948D53}" type="presOf" srcId="{EB90A4A0-6BCF-4A6A-A3B5-FC9A065E4BCC}" destId="{6B57211C-E56E-4EA8-BD4F-9DED201511E8}" srcOrd="0" destOrd="0" presId="urn:microsoft.com/office/officeart/2005/8/layout/vList5"/>
    <dgm:cxn modelId="{67BDF03C-77D3-4BB5-B786-C62E7B9AF7D5}" srcId="{9B7D7F0E-3E34-4EC6-89F2-65C1DF99912F}" destId="{F5ED227F-CA45-4142-A8A5-B6197AC8257E}" srcOrd="0" destOrd="0" parTransId="{02B37E22-8B03-42D6-988F-531266988C1C}" sibTransId="{55FE1C19-06BA-430F-99C2-5670547837BE}"/>
    <dgm:cxn modelId="{DCBECACB-E457-431F-A914-744D0E901F73}" type="presOf" srcId="{1C97C713-DF79-4E5C-B183-C0D81F445358}" destId="{D3E9B28B-44F3-4192-90A6-1E0A2429BAFC}" srcOrd="0" destOrd="0" presId="urn:microsoft.com/office/officeart/2005/8/layout/vList5"/>
    <dgm:cxn modelId="{68C36768-8D99-4AAB-BCD1-FA3EEAF97827}" type="presParOf" srcId="{E239564B-0A96-4555-8D25-5EF2E60C8CC8}" destId="{F5E9FF15-2491-4118-B031-F53CD3A7079C}" srcOrd="0" destOrd="0" presId="urn:microsoft.com/office/officeart/2005/8/layout/vList5"/>
    <dgm:cxn modelId="{C6DCBC2F-919C-4795-828A-C142F410A117}" type="presParOf" srcId="{F5E9FF15-2491-4118-B031-F53CD3A7079C}" destId="{F1DBB5C4-B2C5-4030-9210-BBCE08E65F11}" srcOrd="0" destOrd="0" presId="urn:microsoft.com/office/officeart/2005/8/layout/vList5"/>
    <dgm:cxn modelId="{BD7364FE-16A1-45B8-B7F8-7EAF70E785A4}" type="presParOf" srcId="{F5E9FF15-2491-4118-B031-F53CD3A7079C}" destId="{3A1E9CAA-DF9B-4CDB-A0ED-C168E738935A}" srcOrd="1" destOrd="0" presId="urn:microsoft.com/office/officeart/2005/8/layout/vList5"/>
    <dgm:cxn modelId="{20AB72F1-53FC-412C-9253-86C9F2F4DA83}" type="presParOf" srcId="{E239564B-0A96-4555-8D25-5EF2E60C8CC8}" destId="{E35FD01D-0062-4DD6-9267-6C1750832604}" srcOrd="1" destOrd="0" presId="urn:microsoft.com/office/officeart/2005/8/layout/vList5"/>
    <dgm:cxn modelId="{5F13B1DA-7826-46F2-9F92-34CD6A9C5EA0}" type="presParOf" srcId="{E239564B-0A96-4555-8D25-5EF2E60C8CC8}" destId="{92008888-7D46-41EE-957A-A6BD9E9A58C8}" srcOrd="2" destOrd="0" presId="urn:microsoft.com/office/officeart/2005/8/layout/vList5"/>
    <dgm:cxn modelId="{FDD3284D-A4BD-4ED8-9A56-BA34737EBDA3}" type="presParOf" srcId="{92008888-7D46-41EE-957A-A6BD9E9A58C8}" destId="{E3107B5D-EC84-4B92-9493-2EE3F72BA6B4}" srcOrd="0" destOrd="0" presId="urn:microsoft.com/office/officeart/2005/8/layout/vList5"/>
    <dgm:cxn modelId="{D4300904-3003-494F-9C07-C6DB827E5E52}" type="presParOf" srcId="{92008888-7D46-41EE-957A-A6BD9E9A58C8}" destId="{20806CAB-C97A-4C85-8295-5EFBD06226F4}" srcOrd="1" destOrd="0" presId="urn:microsoft.com/office/officeart/2005/8/layout/vList5"/>
    <dgm:cxn modelId="{D6778A36-69FE-4142-9F7E-C54AB4CF7E89}" type="presParOf" srcId="{E239564B-0A96-4555-8D25-5EF2E60C8CC8}" destId="{1943C16D-758B-4EE1-B80A-705AAB74F14E}" srcOrd="3" destOrd="0" presId="urn:microsoft.com/office/officeart/2005/8/layout/vList5"/>
    <dgm:cxn modelId="{5444802F-9644-45A6-9339-A9EFF7701FC2}" type="presParOf" srcId="{E239564B-0A96-4555-8D25-5EF2E60C8CC8}" destId="{1A42B4A2-0B31-4C76-877B-5B684FA133C8}" srcOrd="4" destOrd="0" presId="urn:microsoft.com/office/officeart/2005/8/layout/vList5"/>
    <dgm:cxn modelId="{2EC875EF-09C4-4DBB-B247-423B4A96B21D}" type="presParOf" srcId="{1A42B4A2-0B31-4C76-877B-5B684FA133C8}" destId="{3098F0FB-9E50-42A8-9CCD-ABE98D471D5C}" srcOrd="0" destOrd="0" presId="urn:microsoft.com/office/officeart/2005/8/layout/vList5"/>
    <dgm:cxn modelId="{8E245E60-A9DE-4946-815C-C859115595AE}" type="presParOf" srcId="{1A42B4A2-0B31-4C76-877B-5B684FA133C8}" destId="{075F5D51-36AD-4EAD-A582-19279B2A935F}" srcOrd="1" destOrd="0" presId="urn:microsoft.com/office/officeart/2005/8/layout/vList5"/>
    <dgm:cxn modelId="{5A73335E-3534-4AB6-B3D1-20865B83F506}" type="presParOf" srcId="{E239564B-0A96-4555-8D25-5EF2E60C8CC8}" destId="{BA6E762C-02D7-4A75-9F7D-8FEF07D97B9C}" srcOrd="5" destOrd="0" presId="urn:microsoft.com/office/officeart/2005/8/layout/vList5"/>
    <dgm:cxn modelId="{53DDA363-06CE-4089-8035-F7B52A9A1ED3}" type="presParOf" srcId="{E239564B-0A96-4555-8D25-5EF2E60C8CC8}" destId="{FA270B17-7953-4894-95EE-DDDEDB3851D2}" srcOrd="6" destOrd="0" presId="urn:microsoft.com/office/officeart/2005/8/layout/vList5"/>
    <dgm:cxn modelId="{599F762E-E9EE-4A71-9B7C-E4A039FF7806}" type="presParOf" srcId="{FA270B17-7953-4894-95EE-DDDEDB3851D2}" destId="{C9BF2B41-7C13-4814-91B4-9E4878CC9965}" srcOrd="0" destOrd="0" presId="urn:microsoft.com/office/officeart/2005/8/layout/vList5"/>
    <dgm:cxn modelId="{E0526CBE-7239-4931-8794-8674413FFBB4}" type="presParOf" srcId="{FA270B17-7953-4894-95EE-DDDEDB3851D2}" destId="{D3E9B28B-44F3-4192-90A6-1E0A2429BAFC}" srcOrd="1" destOrd="0" presId="urn:microsoft.com/office/officeart/2005/8/layout/vList5"/>
    <dgm:cxn modelId="{02F85480-B5A2-44EC-AAA1-3CB626A8DD51}" type="presParOf" srcId="{E239564B-0A96-4555-8D25-5EF2E60C8CC8}" destId="{220187A7-2A48-4638-BCA8-10CDBC1C0705}" srcOrd="7" destOrd="0" presId="urn:microsoft.com/office/officeart/2005/8/layout/vList5"/>
    <dgm:cxn modelId="{EC32E84A-8FED-4A2F-BC05-F6FDD0EEF53C}" type="presParOf" srcId="{E239564B-0A96-4555-8D25-5EF2E60C8CC8}" destId="{A07D757D-6477-4B1D-981D-7ED9D81FEA6F}" srcOrd="8" destOrd="0" presId="urn:microsoft.com/office/officeart/2005/8/layout/vList5"/>
    <dgm:cxn modelId="{E4B36280-F800-4015-9893-4D5D399435AF}" type="presParOf" srcId="{A07D757D-6477-4B1D-981D-7ED9D81FEA6F}" destId="{28B023DB-3262-4EAA-886F-75DBDC0987AE}" srcOrd="0" destOrd="0" presId="urn:microsoft.com/office/officeart/2005/8/layout/vList5"/>
    <dgm:cxn modelId="{6735E676-D16F-4D6E-B73B-62E941B5FC58}" type="presParOf" srcId="{A07D757D-6477-4B1D-981D-7ED9D81FEA6F}" destId="{6B57211C-E56E-4EA8-BD4F-9DED201511E8}" srcOrd="1" destOrd="0" presId="urn:microsoft.com/office/officeart/2005/8/layout/vList5"/>
    <dgm:cxn modelId="{7FFC1C4A-7A38-45EE-B545-482CC9F80DD4}" type="presParOf" srcId="{E239564B-0A96-4555-8D25-5EF2E60C8CC8}" destId="{75E612FD-4572-44D4-ABA2-2EAD1904F4F4}" srcOrd="9" destOrd="0" presId="urn:microsoft.com/office/officeart/2005/8/layout/vList5"/>
    <dgm:cxn modelId="{95D08473-FB14-46CB-B318-1B01C9707904}" type="presParOf" srcId="{E239564B-0A96-4555-8D25-5EF2E60C8CC8}" destId="{C2E8C56C-81A9-446B-A89B-2436F02A4585}" srcOrd="10" destOrd="0" presId="urn:microsoft.com/office/officeart/2005/8/layout/vList5"/>
    <dgm:cxn modelId="{64155F49-6194-497F-BC58-44AF44338069}" type="presParOf" srcId="{C2E8C56C-81A9-446B-A89B-2436F02A4585}" destId="{7DBF16C1-86A3-47D2-BDEA-FB7FB6F8FE9C}" srcOrd="0" destOrd="0" presId="urn:microsoft.com/office/officeart/2005/8/layout/vList5"/>
    <dgm:cxn modelId="{6435C4F2-5B4A-405D-9B31-A2D24D26A78C}" type="presParOf" srcId="{C2E8C56C-81A9-446B-A89B-2436F02A4585}" destId="{76965D19-F867-4A18-B77A-6BDACF33D7F5}" srcOrd="1" destOrd="0" presId="urn:microsoft.com/office/officeart/2005/8/layout/vList5"/>
    <dgm:cxn modelId="{C189F275-0303-466C-9566-CEBC4F38BF70}" type="presParOf" srcId="{E239564B-0A96-4555-8D25-5EF2E60C8CC8}" destId="{DC97180D-1057-4584-84B0-652811CAF1A4}" srcOrd="11" destOrd="0" presId="urn:microsoft.com/office/officeart/2005/8/layout/vList5"/>
    <dgm:cxn modelId="{FF2970A4-E83D-4196-BBBE-088922A9E25C}" type="presParOf" srcId="{E239564B-0A96-4555-8D25-5EF2E60C8CC8}" destId="{58E40E2F-5595-4557-AE7A-35039BE874BF}" srcOrd="12" destOrd="0" presId="urn:microsoft.com/office/officeart/2005/8/layout/vList5"/>
    <dgm:cxn modelId="{9DC21D9D-68BD-4618-9464-44F1EEB11C70}" type="presParOf" srcId="{58E40E2F-5595-4557-AE7A-35039BE874BF}" destId="{FC45D2E9-111C-42F9-9486-23017BC3CB96}" srcOrd="0" destOrd="0" presId="urn:microsoft.com/office/officeart/2005/8/layout/vList5"/>
    <dgm:cxn modelId="{8CB20B3F-4062-4D6A-8A0A-D0C843CDBDB6}" type="presParOf" srcId="{58E40E2F-5595-4557-AE7A-35039BE874BF}" destId="{DECD4102-1673-4F80-BB63-0F4130A00D96}" srcOrd="1" destOrd="0" presId="urn:microsoft.com/office/officeart/2005/8/layout/vList5"/>
    <dgm:cxn modelId="{A4D70E11-BCEE-4541-8D43-2E96AA6DAABD}" type="presParOf" srcId="{E239564B-0A96-4555-8D25-5EF2E60C8CC8}" destId="{5ED8B62E-6BE0-4CDD-BB8C-B0301927D6E3}" srcOrd="13" destOrd="0" presId="urn:microsoft.com/office/officeart/2005/8/layout/vList5"/>
    <dgm:cxn modelId="{28637F7C-3914-4AD8-BA10-88209F09677A}" type="presParOf" srcId="{E239564B-0A96-4555-8D25-5EF2E60C8CC8}" destId="{77D11CCA-82D2-4139-85F9-A0469C824CF4}" srcOrd="14" destOrd="0" presId="urn:microsoft.com/office/officeart/2005/8/layout/vList5"/>
    <dgm:cxn modelId="{24B7B980-FFCD-4066-9E13-BF72C55D569D}" type="presParOf" srcId="{77D11CCA-82D2-4139-85F9-A0469C824CF4}" destId="{D4332DEA-CB99-48C2-A714-06E398584397}" srcOrd="0" destOrd="0" presId="urn:microsoft.com/office/officeart/2005/8/layout/vList5"/>
    <dgm:cxn modelId="{393B4168-9FCB-455F-94EE-21EEF5015A4C}" type="presParOf" srcId="{77D11CCA-82D2-4139-85F9-A0469C824CF4}" destId="{BDA0DBA3-AD36-4C18-A330-0FEE4F755B00}" srcOrd="1" destOrd="0" presId="urn:microsoft.com/office/officeart/2005/8/layout/vList5"/>
    <dgm:cxn modelId="{172DC3BD-196C-4D7D-953E-E9520E31178D}" type="presParOf" srcId="{E239564B-0A96-4555-8D25-5EF2E60C8CC8}" destId="{A1F98D99-9B41-4F80-9971-E7F0E2616F66}" srcOrd="15" destOrd="0" presId="urn:microsoft.com/office/officeart/2005/8/layout/vList5"/>
    <dgm:cxn modelId="{7E55D01B-C012-44DB-96B2-1C5071814DD8}" type="presParOf" srcId="{E239564B-0A96-4555-8D25-5EF2E60C8CC8}" destId="{275D78D1-8B29-4396-B5A2-BBAABA61A0BE}" srcOrd="16" destOrd="0" presId="urn:microsoft.com/office/officeart/2005/8/layout/vList5"/>
    <dgm:cxn modelId="{87187B31-6A8B-47AE-8A97-E606E5F926D8}" type="presParOf" srcId="{275D78D1-8B29-4396-B5A2-BBAABA61A0BE}" destId="{BAD9EDB2-578B-4E08-9CC2-EA06BCDDCE0B}" srcOrd="0" destOrd="0" presId="urn:microsoft.com/office/officeart/2005/8/layout/vList5"/>
    <dgm:cxn modelId="{5F6CD35E-C2A0-49AD-96DD-862E3C5EB566}" type="presParOf" srcId="{275D78D1-8B29-4396-B5A2-BBAABA61A0BE}" destId="{2304902A-4497-4BE8-A9FE-7C53853369D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48896D0-9A9F-4434-861E-1D222CA3754A}" type="doc">
      <dgm:prSet loTypeId="urn:microsoft.com/office/officeart/2005/8/layout/orgChart1" loCatId="hierarchy" qsTypeId="urn:microsoft.com/office/officeart/2005/8/quickstyle/simple1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D0CACE56-3F33-40D3-9CCC-6A36C67A613E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/>
      <dgm:t>
        <a:bodyPr/>
        <a:lstStyle/>
        <a:p>
          <a:pPr>
            <a:defRPr/>
          </a:pPr>
          <a:r>
            <a:rPr lang="ru-RU" sz="1600" b="1"/>
            <a:t>Технологии, обслуживающие туристскую отрасль, подразделяются на 3 сферы</a:t>
          </a:r>
          <a:endParaRPr lang="ru-RU" sz="1600" b="1"/>
        </a:p>
      </dgm:t>
    </dgm:pt>
    <dgm:pt modelId="{24B0E978-98F3-4707-AF63-A7767BD1CA72}" type="parTrans" cxnId="{A6EFE08D-630B-42BD-8228-C7F3E2DF84DD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D0FE7BBF-A06B-451D-86F2-AC8BA2D71FC8}" type="sibTrans" cxnId="{A6EFE08D-630B-42BD-8228-C7F3E2DF84DD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87C7000D-51A0-4A55-AD59-8ABC93D6433C}">
      <dgm:prSet phldrT="" custT="1"/>
      <dgm:spPr bwMode="auto"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defRPr/>
          </a:pPr>
          <a:r>
            <a:rPr lang="ru-RU" sz="1600"/>
            <a:t>1. Транспортная техника </a:t>
          </a:r>
          <a:endParaRPr lang="ru-RU" sz="1600"/>
        </a:p>
      </dgm:t>
    </dgm:pt>
    <dgm:pt modelId="{50227829-D653-4FE6-915D-063D3B0CC42D}" type="parTrans" cxnId="{8531D278-0CBC-4683-8618-D30250F79417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26372FF1-200E-4B48-B954-9882CE9BF56D}" type="sibTrans" cxnId="{8531D278-0CBC-4683-8618-D30250F79417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8ED02B7D-86DE-4FAF-9314-93AC08F1A3BF}">
      <dgm:prSet phldrT="" custT="1"/>
      <dgm:spPr bwMode="auto"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defRPr/>
          </a:pPr>
          <a:r>
            <a:rPr lang="ru-RU" sz="1600"/>
            <a:t>2. Оснащение гостиниц и ресторанов </a:t>
          </a:r>
          <a:endParaRPr lang="ru-RU" sz="1600"/>
        </a:p>
      </dgm:t>
    </dgm:pt>
    <dgm:pt modelId="{E38A6660-3C0B-4BCB-876D-12DC705819E2}" type="parTrans" cxnId="{F89716B3-454B-47AC-867D-2FC6D2AEE97F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7B1B4A6B-3A00-4185-9433-4D3304815149}" type="sibTrans" cxnId="{F89716B3-454B-47AC-867D-2FC6D2AEE97F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5C3BCF1C-E2A3-4745-B785-65C2ABFDF257}">
      <dgm:prSet phldrT="" custT="1"/>
      <dgm:spPr bwMode="auto"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defRPr/>
          </a:pPr>
          <a:r>
            <a:rPr lang="ru-RU" sz="1600"/>
            <a:t>3. Коммуникационная техника обусловлена развитием компьютерных технологий</a:t>
          </a:r>
          <a:endParaRPr lang="ru-RU" sz="1600"/>
        </a:p>
      </dgm:t>
    </dgm:pt>
    <dgm:pt modelId="{EC063806-97CD-406C-874D-7B574BB9B08F}" type="parTrans" cxnId="{13BB775E-D045-4811-84CA-B949CC4598F2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CF4804E6-D09C-4444-AD7C-A6FCE5ED7ECA}" type="sibTrans" cxnId="{13BB775E-D045-4811-84CA-B949CC4598F2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DB88FE80-AB9A-4267-888B-41FF73592DB7}">
      <dgm:prSet phldrT="" custT="1"/>
      <dgm:spPr bwMode="auto"/>
      <dgm:t>
        <a:bodyPr/>
        <a:lstStyle/>
        <a:p>
          <a:pPr>
            <a:defRPr/>
          </a:pPr>
          <a:r>
            <a:rPr lang="ru-RU" sz="1600"/>
            <a:t>Развитие туризма вряд ли было бы возможно без обновления транспортных средств.</a:t>
          </a:r>
          <a:endParaRPr lang="ru-RU" sz="1600"/>
        </a:p>
      </dgm:t>
    </dgm:pt>
    <dgm:pt modelId="{5DA55067-BD59-40E6-A54E-E7A5CEE40928}" type="parTrans" cxnId="{A9EF32F5-BDAB-4413-BB82-B99D055C5F72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4853EFC2-23CB-4AB5-9BC7-4A02C758C8AB}" type="sibTrans" cxnId="{A9EF32F5-BDAB-4413-BB82-B99D055C5F72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BE8F35EC-9A63-42A0-91BE-94C7425021CC}">
      <dgm:prSet phldrT="" custT="1"/>
      <dgm:spPr bwMode="auto"/>
      <dgm:t>
        <a:bodyPr/>
        <a:lstStyle/>
        <a:p>
          <a:pPr>
            <a:defRPr/>
          </a:pPr>
          <a:r>
            <a:rPr lang="ru-RU" sz="1600"/>
            <a:t>Гостиничная и ресторанная техника в последние десятилетия значительно улучшилась, поэтому упростились и рабочие процессы в гостиничном и ресторанном хозяйстве.</a:t>
          </a:r>
          <a:endParaRPr lang="ru-RU" sz="1600"/>
        </a:p>
      </dgm:t>
    </dgm:pt>
    <dgm:pt modelId="{A982E6C6-7D43-4B3F-9321-DA515BFD6BB9}" type="parTrans" cxnId="{34BC34BB-9E3C-4A19-9B21-532FD79C6CBD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BD13071B-4D62-41FF-BAC4-F3CEEC4C9DBB}" type="sibTrans" cxnId="{34BC34BB-9E3C-4A19-9B21-532FD79C6CBD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9DDC8D51-BD6A-4785-8E30-4A4B94BC771A}">
      <dgm:prSet phldrT="" custT="1"/>
      <dgm:spPr bwMode="auto"/>
      <dgm:t>
        <a:bodyPr/>
        <a:lstStyle/>
        <a:p>
          <a:pPr>
            <a:defRPr/>
          </a:pPr>
          <a:r>
            <a:rPr lang="ru-RU" sz="1600"/>
            <a:t>С помощью Интернета в течение нескольких секунд можно получить информацию о свободных местах в гостиницах, о движении транспортных средств и тарифах; автоматизировано сегодня и оформление билетов.</a:t>
          </a:r>
          <a:endParaRPr lang="ru-RU" sz="1600"/>
        </a:p>
      </dgm:t>
    </dgm:pt>
    <dgm:pt modelId="{44B4A281-4FF7-4BB0-8F78-6AB541BD7035}" type="parTrans" cxnId="{112BD0C1-B5D8-4F14-ACFE-B29323C0A5C0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8724E372-2F2D-4212-AF8F-59371326384C}" type="sibTrans" cxnId="{112BD0C1-B5D8-4F14-ACFE-B29323C0A5C0}">
      <dgm:prSet/>
      <dgm:spPr bwMode="auto"/>
      <dgm:t>
        <a:bodyPr/>
        <a:lstStyle/>
        <a:p>
          <a:pPr>
            <a:defRPr/>
          </a:pPr>
          <a:endParaRPr lang="ru-RU" sz="2800"/>
        </a:p>
      </dgm:t>
    </dgm:pt>
    <dgm:pt modelId="{979CC0AD-0737-4966-8547-A87E93D74E7B}" type="pres">
      <dgm:prSet presAssocID="{E48896D0-9A9F-4434-861E-1D222CA3754A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498EF97-0541-4A0C-80DC-1A8FD1116562}" type="pres">
      <dgm:prSet presAssocID="{D0CACE56-3F33-40D3-9CCC-6A36C67A613E}" presName="hierRoot1" presStyleCnt="0">
        <dgm:presLayoutVars>
          <dgm:hierBranch val="init"/>
        </dgm:presLayoutVars>
      </dgm:prSet>
      <dgm:spPr bwMode="auto"/>
    </dgm:pt>
    <dgm:pt modelId="{7A412B5A-5593-4E1B-A716-1B43BAD9551D}" type="pres">
      <dgm:prSet presAssocID="{D0CACE56-3F33-40D3-9CCC-6A36C67A613E}" presName="rootComposite1" presStyleCnt="0"/>
      <dgm:spPr bwMode="auto"/>
    </dgm:pt>
    <dgm:pt modelId="{BFA727EA-F283-40F0-904E-845DDE49A410}" type="pres">
      <dgm:prSet custLinFactNeighborX="8477" custLinFactNeighborY="-67309" custScaleX="345267" custScaleY="49211" presAssocID="{D0CACE56-3F33-40D3-9CCC-6A36C67A613E}" presName="rootText1" presStyleLbl="node0" presStyleIdx="0" presStyleCnt="1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71C2F6C-BE2F-4B83-84AB-506D3746262B}" type="pres">
      <dgm:prSet presAssocID="{D0CACE56-3F33-40D3-9CCC-6A36C67A613E}" presName="rootConnector1" presStyleLbl="node1" presStyleIdx="0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76A9FA3-FA1F-49E9-9190-124B526E3C05}" type="pres">
      <dgm:prSet presAssocID="{D0CACE56-3F33-40D3-9CCC-6A36C67A613E}" presName="hierChild2" presStyleCnt="0"/>
      <dgm:spPr bwMode="auto"/>
    </dgm:pt>
    <dgm:pt modelId="{5405E9F5-D46F-4C7C-BE92-606DE885D04D}" type="pres">
      <dgm:prSet presAssocID="{50227829-D653-4FE6-915D-063D3B0CC42D}" presName="Name37" presStyleLbl="parChTrans1D2" presStyleIdx="0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A55DC35F-7552-415F-8215-666B8183533F}" type="pres">
      <dgm:prSet presAssocID="{87C7000D-51A0-4A55-AD59-8ABC93D6433C}" presName="hierRoot2" presStyleCnt="0">
        <dgm:presLayoutVars>
          <dgm:hierBranch val="init"/>
        </dgm:presLayoutVars>
      </dgm:prSet>
      <dgm:spPr bwMode="auto"/>
    </dgm:pt>
    <dgm:pt modelId="{7E9B578C-12DC-4F34-ABC8-26FBAE78E3EF}" type="pres">
      <dgm:prSet presAssocID="{87C7000D-51A0-4A55-AD59-8ABC93D6433C}" presName="rootComposite" presStyleCnt="0"/>
      <dgm:spPr bwMode="auto"/>
    </dgm:pt>
    <dgm:pt modelId="{E2A2BB4A-0700-4EA8-853D-92E72AF24D92}" type="pres">
      <dgm:prSet custLinFactNeighborX="7113" custLinFactNeighborY="-27557" custScaleX="116090" presAssocID="{87C7000D-51A0-4A55-AD59-8ABC93D6433C}" presName="rootText" presStyleLbl="node2" presStyleIdx="0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4E4B36CB-F2D2-47ED-92F0-E1F40F812B2E}" type="pres">
      <dgm:prSet presAssocID="{87C7000D-51A0-4A55-AD59-8ABC93D6433C}" presName="rootConnector" presStyleLbl="node2" presStyleIdx="0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871CD7C0-B677-412B-905A-4350D23670FC}" type="pres">
      <dgm:prSet presAssocID="{87C7000D-51A0-4A55-AD59-8ABC93D6433C}" presName="hierChild4" presStyleCnt="0"/>
      <dgm:spPr bwMode="auto"/>
    </dgm:pt>
    <dgm:pt modelId="{B92C3F1A-E523-4AB4-AEED-3AAD0583C5B7}" type="pres">
      <dgm:prSet presAssocID="{5DA55067-BD59-40E6-A54E-E7A5CEE40928}" presName="Name37" presStyleLbl="parChTrans1D3" presStyleIdx="0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ABD2FE4A-65DF-4246-8801-997DC23F4045}" type="pres">
      <dgm:prSet presAssocID="{DB88FE80-AB9A-4267-888B-41FF73592DB7}" presName="hierRoot2" presStyleCnt="0">
        <dgm:presLayoutVars>
          <dgm:hierBranch val="init"/>
        </dgm:presLayoutVars>
      </dgm:prSet>
      <dgm:spPr bwMode="auto"/>
    </dgm:pt>
    <dgm:pt modelId="{88C798B8-F9F0-4A3E-8148-866C5BCBF230}" type="pres">
      <dgm:prSet presAssocID="{DB88FE80-AB9A-4267-888B-41FF73592DB7}" presName="rootComposite" presStyleCnt="0"/>
      <dgm:spPr bwMode="auto"/>
    </dgm:pt>
    <dgm:pt modelId="{AB3A621E-FA0C-4015-ABE4-5C66F93AFA9A}" type="pres">
      <dgm:prSet custScaleY="284001" presAssocID="{DB88FE80-AB9A-4267-888B-41FF73592DB7}" presName="rootText" presStyleLbl="node3" presStyleIdx="0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7364CA2-04F9-42F1-9E3D-3B6E144BD360}" type="pres">
      <dgm:prSet presAssocID="{DB88FE80-AB9A-4267-888B-41FF73592DB7}" presName="rootConnector" presStyleLbl="node3" presStyleIdx="0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B0364B60-62EA-4304-BCAF-139D6D3BE3D3}" type="pres">
      <dgm:prSet presAssocID="{DB88FE80-AB9A-4267-888B-41FF73592DB7}" presName="hierChild4" presStyleCnt="0"/>
      <dgm:spPr bwMode="auto"/>
    </dgm:pt>
    <dgm:pt modelId="{EC45AFFA-3E97-4E42-ADEC-F8CCD8700737}" type="pres">
      <dgm:prSet presAssocID="{DB88FE80-AB9A-4267-888B-41FF73592DB7}" presName="hierChild5" presStyleCnt="0"/>
      <dgm:spPr bwMode="auto"/>
    </dgm:pt>
    <dgm:pt modelId="{06A4F768-E6AA-4F45-BF35-93F0A2372F07}" type="pres">
      <dgm:prSet presAssocID="{87C7000D-51A0-4A55-AD59-8ABC93D6433C}" presName="hierChild5" presStyleCnt="0"/>
      <dgm:spPr bwMode="auto"/>
    </dgm:pt>
    <dgm:pt modelId="{9F4B4B37-C917-47D5-86D9-74F22FC57405}" type="pres">
      <dgm:prSet presAssocID="{E38A6660-3C0B-4BCB-876D-12DC705819E2}" presName="Name37" presStyleLbl="parChTrans1D2" presStyleIdx="1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2A315FE9-6F74-4CDE-9699-82631700874F}" type="pres">
      <dgm:prSet presAssocID="{8ED02B7D-86DE-4FAF-9314-93AC08F1A3BF}" presName="hierRoot2" presStyleCnt="0">
        <dgm:presLayoutVars>
          <dgm:hierBranch val="init"/>
        </dgm:presLayoutVars>
      </dgm:prSet>
      <dgm:spPr bwMode="auto"/>
    </dgm:pt>
    <dgm:pt modelId="{4E7EDE1B-D705-41E7-B71D-225DAA59883E}" type="pres">
      <dgm:prSet presAssocID="{8ED02B7D-86DE-4FAF-9314-93AC08F1A3BF}" presName="rootComposite" presStyleCnt="0"/>
      <dgm:spPr bwMode="auto"/>
    </dgm:pt>
    <dgm:pt modelId="{62818F72-0AD4-49DF-A145-1BBB107B7FCF}" type="pres">
      <dgm:prSet custLinFactNeighborX="7113" custLinFactNeighborY="-27557" custScaleX="116090" presAssocID="{8ED02B7D-86DE-4FAF-9314-93AC08F1A3BF}" presName="rootText" presStyleLbl="node2" presStyleIdx="1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D8B9C66-15EA-4B07-90F6-AD92DE8C2BDE}" type="pres">
      <dgm:prSet presAssocID="{8ED02B7D-86DE-4FAF-9314-93AC08F1A3BF}" presName="rootConnector" presStyleLbl="node2" presStyleIdx="1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ED8C9491-7B5E-452C-8A6F-259168475D42}" type="pres">
      <dgm:prSet presAssocID="{8ED02B7D-86DE-4FAF-9314-93AC08F1A3BF}" presName="hierChild4" presStyleCnt="0"/>
      <dgm:spPr bwMode="auto"/>
    </dgm:pt>
    <dgm:pt modelId="{4DD270E0-D9DE-4292-8152-7E6CAF2718B4}" type="pres">
      <dgm:prSet presAssocID="{A982E6C6-7D43-4B3F-9321-DA515BFD6BB9}" presName="Name37" presStyleLbl="parChTrans1D3" presStyleIdx="1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B78AA7FA-F80F-4897-A33C-5F36AEB336D3}" type="pres">
      <dgm:prSet presAssocID="{BE8F35EC-9A63-42A0-91BE-94C7425021CC}" presName="hierRoot2" presStyleCnt="0">
        <dgm:presLayoutVars>
          <dgm:hierBranch val="init"/>
        </dgm:presLayoutVars>
      </dgm:prSet>
      <dgm:spPr bwMode="auto"/>
    </dgm:pt>
    <dgm:pt modelId="{C9AF0082-306F-4EF7-A3CE-11C13710C6DD}" type="pres">
      <dgm:prSet presAssocID="{BE8F35EC-9A63-42A0-91BE-94C7425021CC}" presName="rootComposite" presStyleCnt="0"/>
      <dgm:spPr bwMode="auto"/>
    </dgm:pt>
    <dgm:pt modelId="{20BFC33C-2383-4B4C-9196-ACBB3B23098C}" type="pres">
      <dgm:prSet custScaleY="284001" presAssocID="{BE8F35EC-9A63-42A0-91BE-94C7425021CC}" presName="rootText" presStyleLbl="node3" presStyleIdx="1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8F15A71-8FEC-4CD3-BE0A-833A92D3F9A9}" type="pres">
      <dgm:prSet presAssocID="{BE8F35EC-9A63-42A0-91BE-94C7425021CC}" presName="rootConnector" presStyleLbl="node3" presStyleIdx="1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7487836F-0EC5-48EC-BCE8-C68C00D80A26}" type="pres">
      <dgm:prSet presAssocID="{BE8F35EC-9A63-42A0-91BE-94C7425021CC}" presName="hierChild4" presStyleCnt="0"/>
      <dgm:spPr bwMode="auto"/>
    </dgm:pt>
    <dgm:pt modelId="{7AA673C4-A35F-4B4E-8620-9627D90FB01D}" type="pres">
      <dgm:prSet presAssocID="{BE8F35EC-9A63-42A0-91BE-94C7425021CC}" presName="hierChild5" presStyleCnt="0"/>
      <dgm:spPr bwMode="auto"/>
    </dgm:pt>
    <dgm:pt modelId="{4A557255-9C39-45DF-939F-A93C31BD6192}" type="pres">
      <dgm:prSet presAssocID="{8ED02B7D-86DE-4FAF-9314-93AC08F1A3BF}" presName="hierChild5" presStyleCnt="0"/>
      <dgm:spPr bwMode="auto"/>
    </dgm:pt>
    <dgm:pt modelId="{949ACD75-90DA-4182-B204-8EA1D0DD0039}" type="pres">
      <dgm:prSet presAssocID="{EC063806-97CD-406C-874D-7B574BB9B08F}" presName="Name37" presStyleLbl="parChTrans1D2" presStyleIdx="2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94E84CBE-DB19-4502-92AF-CEAA329E2A15}" type="pres">
      <dgm:prSet presAssocID="{5C3BCF1C-E2A3-4745-B785-65C2ABFDF257}" presName="hierRoot2" presStyleCnt="0">
        <dgm:presLayoutVars>
          <dgm:hierBranch val="init"/>
        </dgm:presLayoutVars>
      </dgm:prSet>
      <dgm:spPr bwMode="auto"/>
    </dgm:pt>
    <dgm:pt modelId="{664ABA4E-72B0-4322-A6FB-E453528A6BA4}" type="pres">
      <dgm:prSet presAssocID="{5C3BCF1C-E2A3-4745-B785-65C2ABFDF257}" presName="rootComposite" presStyleCnt="0"/>
      <dgm:spPr bwMode="auto"/>
    </dgm:pt>
    <dgm:pt modelId="{DA6BAFF3-86F6-408A-9904-07930CA525F6}" type="pres">
      <dgm:prSet custLinFactNeighborX="7113" custLinFactNeighborY="-27557" custScaleX="116090" presAssocID="{5C3BCF1C-E2A3-4745-B785-65C2ABFDF257}" presName="rootText" presStyleLbl="node2" presStyleIdx="2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773B98A-E342-4B45-AA93-76ACBCC28DA6}" type="pres">
      <dgm:prSet presAssocID="{5C3BCF1C-E2A3-4745-B785-65C2ABFDF257}" presName="rootConnector" presStyleLbl="node2" presStyleIdx="2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4D38E2FA-E807-4F74-9561-3E5B3AD9522A}" type="pres">
      <dgm:prSet presAssocID="{5C3BCF1C-E2A3-4745-B785-65C2ABFDF257}" presName="hierChild4" presStyleCnt="0"/>
      <dgm:spPr bwMode="auto"/>
    </dgm:pt>
    <dgm:pt modelId="{CE432A27-A971-4A57-A764-F1F5B0DAB325}" type="pres">
      <dgm:prSet presAssocID="{44B4A281-4FF7-4BB0-8F78-6AB541BD7035}" presName="Name37" presStyleLbl="parChTrans1D3" presStyleIdx="2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45726BB2-1763-419E-BCE9-42AEB1FC7AFB}" type="pres">
      <dgm:prSet presAssocID="{9DDC8D51-BD6A-4785-8E30-4A4B94BC771A}" presName="hierRoot2" presStyleCnt="0">
        <dgm:presLayoutVars>
          <dgm:hierBranch val="init"/>
        </dgm:presLayoutVars>
      </dgm:prSet>
      <dgm:spPr bwMode="auto"/>
    </dgm:pt>
    <dgm:pt modelId="{7431C5C2-3F9A-4853-B7A1-E18CDE391639}" type="pres">
      <dgm:prSet presAssocID="{9DDC8D51-BD6A-4785-8E30-4A4B94BC771A}" presName="rootComposite" presStyleCnt="0"/>
      <dgm:spPr bwMode="auto"/>
    </dgm:pt>
    <dgm:pt modelId="{33CAC64D-08C7-41D6-B212-A5EFAE843A72}" type="pres">
      <dgm:prSet custScaleY="284000" presAssocID="{9DDC8D51-BD6A-4785-8E30-4A4B94BC771A}" presName="rootText" presStyleLbl="node3" presStyleIdx="2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2218675-61CC-4F8D-AB63-A691C5C5F6D5}" type="pres">
      <dgm:prSet presAssocID="{9DDC8D51-BD6A-4785-8E30-4A4B94BC771A}" presName="rootConnector" presStyleLbl="node3" presStyleIdx="2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30FE16F4-C246-49D8-8A7A-646DBE3025A3}" type="pres">
      <dgm:prSet presAssocID="{9DDC8D51-BD6A-4785-8E30-4A4B94BC771A}" presName="hierChild4" presStyleCnt="0"/>
      <dgm:spPr bwMode="auto"/>
    </dgm:pt>
    <dgm:pt modelId="{D329125E-AEEC-4805-91EB-B8441A493B55}" type="pres">
      <dgm:prSet presAssocID="{9DDC8D51-BD6A-4785-8E30-4A4B94BC771A}" presName="hierChild5" presStyleCnt="0"/>
      <dgm:spPr bwMode="auto"/>
    </dgm:pt>
    <dgm:pt modelId="{BD6DA9E5-3D5F-45B1-9E26-62BE2AD4E809}" type="pres">
      <dgm:prSet presAssocID="{5C3BCF1C-E2A3-4745-B785-65C2ABFDF257}" presName="hierChild5" presStyleCnt="0"/>
      <dgm:spPr bwMode="auto"/>
    </dgm:pt>
    <dgm:pt modelId="{B1777216-86AD-4EB9-A241-14434401D2EE}" type="pres">
      <dgm:prSet presAssocID="{D0CACE56-3F33-40D3-9CCC-6A36C67A613E}" presName="hierChild3" presStyleCnt="0"/>
      <dgm:spPr bwMode="auto"/>
    </dgm:pt>
  </dgm:ptLst>
  <dgm:cxnLst>
    <dgm:cxn modelId="{7D56146A-B839-41C1-AC3F-598608CF50B6}" type="presOf" srcId="{50227829-D653-4FE6-915D-063D3B0CC42D}" destId="{5405E9F5-D46F-4C7C-BE92-606DE885D04D}" srcOrd="0" destOrd="0" presId="urn:microsoft.com/office/officeart/2005/8/layout/orgChart1"/>
    <dgm:cxn modelId="{4354CD16-DD24-49DD-B1E5-E231B39D22FC}" type="presOf" srcId="{BE8F35EC-9A63-42A0-91BE-94C7425021CC}" destId="{D8F15A71-8FEC-4CD3-BE0A-833A92D3F9A9}" srcOrd="1" destOrd="0" presId="urn:microsoft.com/office/officeart/2005/8/layout/orgChart1"/>
    <dgm:cxn modelId="{8531D278-0CBC-4683-8618-D30250F79417}" srcId="{D0CACE56-3F33-40D3-9CCC-6A36C67A613E}" destId="{87C7000D-51A0-4A55-AD59-8ABC93D6433C}" srcOrd="0" destOrd="0" parTransId="{50227829-D653-4FE6-915D-063D3B0CC42D}" sibTransId="{26372FF1-200E-4B48-B954-9882CE9BF56D}"/>
    <dgm:cxn modelId="{0FF50774-3CB3-4922-8352-3A3A8C05642D}" type="presOf" srcId="{BE8F35EC-9A63-42A0-91BE-94C7425021CC}" destId="{20BFC33C-2383-4B4C-9196-ACBB3B23098C}" srcOrd="0" destOrd="0" presId="urn:microsoft.com/office/officeart/2005/8/layout/orgChart1"/>
    <dgm:cxn modelId="{74EE1B13-591A-40E0-B1DD-D71D2154F859}" type="presOf" srcId="{8ED02B7D-86DE-4FAF-9314-93AC08F1A3BF}" destId="{62818F72-0AD4-49DF-A145-1BBB107B7FCF}" srcOrd="0" destOrd="0" presId="urn:microsoft.com/office/officeart/2005/8/layout/orgChart1"/>
    <dgm:cxn modelId="{1471D31F-69E4-4FB4-919D-F106C885137D}" type="presOf" srcId="{D0CACE56-3F33-40D3-9CCC-6A36C67A613E}" destId="{BFA727EA-F283-40F0-904E-845DDE49A410}" srcOrd="0" destOrd="0" presId="urn:microsoft.com/office/officeart/2005/8/layout/orgChart1"/>
    <dgm:cxn modelId="{50EA9367-2EDE-45A0-83C3-BEB24D92FED7}" type="presOf" srcId="{A982E6C6-7D43-4B3F-9321-DA515BFD6BB9}" destId="{4DD270E0-D9DE-4292-8152-7E6CAF2718B4}" srcOrd="0" destOrd="0" presId="urn:microsoft.com/office/officeart/2005/8/layout/orgChart1"/>
    <dgm:cxn modelId="{13BB775E-D045-4811-84CA-B949CC4598F2}" srcId="{D0CACE56-3F33-40D3-9CCC-6A36C67A613E}" destId="{5C3BCF1C-E2A3-4745-B785-65C2ABFDF257}" srcOrd="2" destOrd="0" parTransId="{EC063806-97CD-406C-874D-7B574BB9B08F}" sibTransId="{CF4804E6-D09C-4444-AD7C-A6FCE5ED7ECA}"/>
    <dgm:cxn modelId="{112BD0C1-B5D8-4F14-ACFE-B29323C0A5C0}" srcId="{5C3BCF1C-E2A3-4745-B785-65C2ABFDF257}" destId="{9DDC8D51-BD6A-4785-8E30-4A4B94BC771A}" srcOrd="0" destOrd="0" parTransId="{44B4A281-4FF7-4BB0-8F78-6AB541BD7035}" sibTransId="{8724E372-2F2D-4212-AF8F-59371326384C}"/>
    <dgm:cxn modelId="{80026C94-53E9-4963-88D5-CA4BC96554A1}" type="presOf" srcId="{5DA55067-BD59-40E6-A54E-E7A5CEE40928}" destId="{B92C3F1A-E523-4AB4-AEED-3AAD0583C5B7}" srcOrd="0" destOrd="0" presId="urn:microsoft.com/office/officeart/2005/8/layout/orgChart1"/>
    <dgm:cxn modelId="{F6503A3E-4419-42EF-83DE-8A238919E07F}" type="presOf" srcId="{87C7000D-51A0-4A55-AD59-8ABC93D6433C}" destId="{E2A2BB4A-0700-4EA8-853D-92E72AF24D92}" srcOrd="0" destOrd="0" presId="urn:microsoft.com/office/officeart/2005/8/layout/orgChart1"/>
    <dgm:cxn modelId="{B2DE5BAB-B4CE-4028-BD52-F8EBFCEA4CED}" type="presOf" srcId="{9DDC8D51-BD6A-4785-8E30-4A4B94BC771A}" destId="{02218675-61CC-4F8D-AB63-A691C5C5F6D5}" srcOrd="1" destOrd="0" presId="urn:microsoft.com/office/officeart/2005/8/layout/orgChart1"/>
    <dgm:cxn modelId="{106D9DF0-4C51-4C81-8DBC-9FE9FB7C08DD}" type="presOf" srcId="{D0CACE56-3F33-40D3-9CCC-6A36C67A613E}" destId="{071C2F6C-BE2F-4B83-84AB-506D3746262B}" srcOrd="1" destOrd="0" presId="urn:microsoft.com/office/officeart/2005/8/layout/orgChart1"/>
    <dgm:cxn modelId="{A0164E2B-2726-4187-9B57-54D804EB0BDB}" type="presOf" srcId="{87C7000D-51A0-4A55-AD59-8ABC93D6433C}" destId="{4E4B36CB-F2D2-47ED-92F0-E1F40F812B2E}" srcOrd="1" destOrd="0" presId="urn:microsoft.com/office/officeart/2005/8/layout/orgChart1"/>
    <dgm:cxn modelId="{63B2C3BC-2615-40C4-A4DC-37F277C895F7}" type="presOf" srcId="{5C3BCF1C-E2A3-4745-B785-65C2ABFDF257}" destId="{1773B98A-E342-4B45-AA93-76ACBCC28DA6}" srcOrd="1" destOrd="0" presId="urn:microsoft.com/office/officeart/2005/8/layout/orgChart1"/>
    <dgm:cxn modelId="{A9EF32F5-BDAB-4413-BB82-B99D055C5F72}" srcId="{87C7000D-51A0-4A55-AD59-8ABC93D6433C}" destId="{DB88FE80-AB9A-4267-888B-41FF73592DB7}" srcOrd="0" destOrd="0" parTransId="{5DA55067-BD59-40E6-A54E-E7A5CEE40928}" sibTransId="{4853EFC2-23CB-4AB5-9BC7-4A02C758C8AB}"/>
    <dgm:cxn modelId="{BC801E1E-7F2F-4DBC-BEC2-0CF15D495139}" type="presOf" srcId="{9DDC8D51-BD6A-4785-8E30-4A4B94BC771A}" destId="{33CAC64D-08C7-41D6-B212-A5EFAE843A72}" srcOrd="0" destOrd="0" presId="urn:microsoft.com/office/officeart/2005/8/layout/orgChart1"/>
    <dgm:cxn modelId="{DAF0592A-A641-4477-943A-D2A01F885619}" type="presOf" srcId="{5C3BCF1C-E2A3-4745-B785-65C2ABFDF257}" destId="{DA6BAFF3-86F6-408A-9904-07930CA525F6}" srcOrd="0" destOrd="0" presId="urn:microsoft.com/office/officeart/2005/8/layout/orgChart1"/>
    <dgm:cxn modelId="{A6EFE08D-630B-42BD-8228-C7F3E2DF84DD}" srcId="{E48896D0-9A9F-4434-861E-1D222CA3754A}" destId="{D0CACE56-3F33-40D3-9CCC-6A36C67A613E}" srcOrd="0" destOrd="0" parTransId="{24B0E978-98F3-4707-AF63-A7767BD1CA72}" sibTransId="{D0FE7BBF-A06B-451D-86F2-AC8BA2D71FC8}"/>
    <dgm:cxn modelId="{F89716B3-454B-47AC-867D-2FC6D2AEE97F}" srcId="{D0CACE56-3F33-40D3-9CCC-6A36C67A613E}" destId="{8ED02B7D-86DE-4FAF-9314-93AC08F1A3BF}" srcOrd="1" destOrd="0" parTransId="{E38A6660-3C0B-4BCB-876D-12DC705819E2}" sibTransId="{7B1B4A6B-3A00-4185-9433-4D3304815149}"/>
    <dgm:cxn modelId="{BF98AE69-BEDD-48F1-8F63-AC73FE99F283}" type="presOf" srcId="{DB88FE80-AB9A-4267-888B-41FF73592DB7}" destId="{AB3A621E-FA0C-4015-ABE4-5C66F93AFA9A}" srcOrd="0" destOrd="0" presId="urn:microsoft.com/office/officeart/2005/8/layout/orgChart1"/>
    <dgm:cxn modelId="{177ED8F0-92C3-43C0-9A3D-F04EC9EC34A2}" type="presOf" srcId="{DB88FE80-AB9A-4267-888B-41FF73592DB7}" destId="{27364CA2-04F9-42F1-9E3D-3B6E144BD360}" srcOrd="1" destOrd="0" presId="urn:microsoft.com/office/officeart/2005/8/layout/orgChart1"/>
    <dgm:cxn modelId="{5ED2721F-FF53-48A0-9AEB-3838E77BD68C}" type="presOf" srcId="{8ED02B7D-86DE-4FAF-9314-93AC08F1A3BF}" destId="{6D8B9C66-15EA-4B07-90F6-AD92DE8C2BDE}" srcOrd="1" destOrd="0" presId="urn:microsoft.com/office/officeart/2005/8/layout/orgChart1"/>
    <dgm:cxn modelId="{B09181F6-A341-468C-AF9D-23BC4004B469}" type="presOf" srcId="{E38A6660-3C0B-4BCB-876D-12DC705819E2}" destId="{9F4B4B37-C917-47D5-86D9-74F22FC57405}" srcOrd="0" destOrd="0" presId="urn:microsoft.com/office/officeart/2005/8/layout/orgChart1"/>
    <dgm:cxn modelId="{94628433-1DBF-4DA6-9665-4CA07EBED5CF}" type="presOf" srcId="{EC063806-97CD-406C-874D-7B574BB9B08F}" destId="{949ACD75-90DA-4182-B204-8EA1D0DD0039}" srcOrd="0" destOrd="0" presId="urn:microsoft.com/office/officeart/2005/8/layout/orgChart1"/>
    <dgm:cxn modelId="{7839F2BD-BC80-45F8-9888-9DE169AAAF1D}" type="presOf" srcId="{E48896D0-9A9F-4434-861E-1D222CA3754A}" destId="{979CC0AD-0737-4966-8547-A87E93D74E7B}" srcOrd="0" destOrd="0" presId="urn:microsoft.com/office/officeart/2005/8/layout/orgChart1"/>
    <dgm:cxn modelId="{146452C7-4E7C-4FDA-8F9E-1742D7A6A24E}" type="presOf" srcId="{44B4A281-4FF7-4BB0-8F78-6AB541BD7035}" destId="{CE432A27-A971-4A57-A764-F1F5B0DAB325}" srcOrd="0" destOrd="0" presId="urn:microsoft.com/office/officeart/2005/8/layout/orgChart1"/>
    <dgm:cxn modelId="{34BC34BB-9E3C-4A19-9B21-532FD79C6CBD}" srcId="{8ED02B7D-86DE-4FAF-9314-93AC08F1A3BF}" destId="{BE8F35EC-9A63-42A0-91BE-94C7425021CC}" srcOrd="0" destOrd="0" parTransId="{A982E6C6-7D43-4B3F-9321-DA515BFD6BB9}" sibTransId="{BD13071B-4D62-41FF-BAC4-F3CEEC4C9DBB}"/>
    <dgm:cxn modelId="{F9E943F7-447D-4C56-932E-C1BFA34391D3}" type="presParOf" srcId="{979CC0AD-0737-4966-8547-A87E93D74E7B}" destId="{C498EF97-0541-4A0C-80DC-1A8FD1116562}" srcOrd="0" destOrd="0" presId="urn:microsoft.com/office/officeart/2005/8/layout/orgChart1"/>
    <dgm:cxn modelId="{9B430125-44AF-48D5-BA0E-34B6EB14FBBA}" type="presParOf" srcId="{C498EF97-0541-4A0C-80DC-1A8FD1116562}" destId="{7A412B5A-5593-4E1B-A716-1B43BAD9551D}" srcOrd="0" destOrd="0" presId="urn:microsoft.com/office/officeart/2005/8/layout/orgChart1"/>
    <dgm:cxn modelId="{B98F25EF-6586-4D34-93DC-E16C6A6A62FE}" type="presParOf" srcId="{7A412B5A-5593-4E1B-A716-1B43BAD9551D}" destId="{BFA727EA-F283-40F0-904E-845DDE49A410}" srcOrd="0" destOrd="0" presId="urn:microsoft.com/office/officeart/2005/8/layout/orgChart1"/>
    <dgm:cxn modelId="{A91A8601-D039-474E-A093-F8AA7E33BA2E}" type="presParOf" srcId="{7A412B5A-5593-4E1B-A716-1B43BAD9551D}" destId="{071C2F6C-BE2F-4B83-84AB-506D3746262B}" srcOrd="1" destOrd="0" presId="urn:microsoft.com/office/officeart/2005/8/layout/orgChart1"/>
    <dgm:cxn modelId="{2AA12B3D-DDA3-47B6-9EBA-4481BF9F022B}" type="presParOf" srcId="{C498EF97-0541-4A0C-80DC-1A8FD1116562}" destId="{F76A9FA3-FA1F-49E9-9190-124B526E3C05}" srcOrd="1" destOrd="0" presId="urn:microsoft.com/office/officeart/2005/8/layout/orgChart1"/>
    <dgm:cxn modelId="{A7C64E79-2C4F-402E-B6B8-A67A3B0324B6}" type="presParOf" srcId="{F76A9FA3-FA1F-49E9-9190-124B526E3C05}" destId="{5405E9F5-D46F-4C7C-BE92-606DE885D04D}" srcOrd="0" destOrd="0" presId="urn:microsoft.com/office/officeart/2005/8/layout/orgChart1"/>
    <dgm:cxn modelId="{2E4E0014-1FE9-463C-A041-9697797826A3}" type="presParOf" srcId="{F76A9FA3-FA1F-49E9-9190-124B526E3C05}" destId="{A55DC35F-7552-415F-8215-666B8183533F}" srcOrd="1" destOrd="0" presId="urn:microsoft.com/office/officeart/2005/8/layout/orgChart1"/>
    <dgm:cxn modelId="{B606D587-58A0-489B-B8EC-B0D3EAF55E39}" type="presParOf" srcId="{A55DC35F-7552-415F-8215-666B8183533F}" destId="{7E9B578C-12DC-4F34-ABC8-26FBAE78E3EF}" srcOrd="0" destOrd="0" presId="urn:microsoft.com/office/officeart/2005/8/layout/orgChart1"/>
    <dgm:cxn modelId="{ECBA8AF5-46DA-4CDF-BDAC-934258999562}" type="presParOf" srcId="{7E9B578C-12DC-4F34-ABC8-26FBAE78E3EF}" destId="{E2A2BB4A-0700-4EA8-853D-92E72AF24D92}" srcOrd="0" destOrd="0" presId="urn:microsoft.com/office/officeart/2005/8/layout/orgChart1"/>
    <dgm:cxn modelId="{D1644E1F-9F27-4D2D-BD9F-F2E4146E9EC8}" type="presParOf" srcId="{7E9B578C-12DC-4F34-ABC8-26FBAE78E3EF}" destId="{4E4B36CB-F2D2-47ED-92F0-E1F40F812B2E}" srcOrd="1" destOrd="0" presId="urn:microsoft.com/office/officeart/2005/8/layout/orgChart1"/>
    <dgm:cxn modelId="{A6BCF886-D05F-4C4C-AD59-55171661CF00}" type="presParOf" srcId="{A55DC35F-7552-415F-8215-666B8183533F}" destId="{871CD7C0-B677-412B-905A-4350D23670FC}" srcOrd="1" destOrd="0" presId="urn:microsoft.com/office/officeart/2005/8/layout/orgChart1"/>
    <dgm:cxn modelId="{339BEE68-8232-4B13-9292-4B94545D1202}" type="presParOf" srcId="{871CD7C0-B677-412B-905A-4350D23670FC}" destId="{B92C3F1A-E523-4AB4-AEED-3AAD0583C5B7}" srcOrd="0" destOrd="0" presId="urn:microsoft.com/office/officeart/2005/8/layout/orgChart1"/>
    <dgm:cxn modelId="{A9EED6E6-4A58-4EAC-8562-825607F867A7}" type="presParOf" srcId="{871CD7C0-B677-412B-905A-4350D23670FC}" destId="{ABD2FE4A-65DF-4246-8801-997DC23F4045}" srcOrd="1" destOrd="0" presId="urn:microsoft.com/office/officeart/2005/8/layout/orgChart1"/>
    <dgm:cxn modelId="{170AC7EB-F1D3-47F0-9044-C267EA3439CB}" type="presParOf" srcId="{ABD2FE4A-65DF-4246-8801-997DC23F4045}" destId="{88C798B8-F9F0-4A3E-8148-866C5BCBF230}" srcOrd="0" destOrd="0" presId="urn:microsoft.com/office/officeart/2005/8/layout/orgChart1"/>
    <dgm:cxn modelId="{04AF592A-64E4-479E-8A0D-30D9EF313ACC}" type="presParOf" srcId="{88C798B8-F9F0-4A3E-8148-866C5BCBF230}" destId="{AB3A621E-FA0C-4015-ABE4-5C66F93AFA9A}" srcOrd="0" destOrd="0" presId="urn:microsoft.com/office/officeart/2005/8/layout/orgChart1"/>
    <dgm:cxn modelId="{FC456B4D-09B8-439D-8E0B-BB95AF2CD6A6}" type="presParOf" srcId="{88C798B8-F9F0-4A3E-8148-866C5BCBF230}" destId="{27364CA2-04F9-42F1-9E3D-3B6E144BD360}" srcOrd="1" destOrd="0" presId="urn:microsoft.com/office/officeart/2005/8/layout/orgChart1"/>
    <dgm:cxn modelId="{74492F87-EA57-424E-83B6-73F59B4F800D}" type="presParOf" srcId="{ABD2FE4A-65DF-4246-8801-997DC23F4045}" destId="{B0364B60-62EA-4304-BCAF-139D6D3BE3D3}" srcOrd="1" destOrd="0" presId="urn:microsoft.com/office/officeart/2005/8/layout/orgChart1"/>
    <dgm:cxn modelId="{8B8DA297-3416-470A-BB4D-9E7A3AA7D068}" type="presParOf" srcId="{ABD2FE4A-65DF-4246-8801-997DC23F4045}" destId="{EC45AFFA-3E97-4E42-ADEC-F8CCD8700737}" srcOrd="2" destOrd="0" presId="urn:microsoft.com/office/officeart/2005/8/layout/orgChart1"/>
    <dgm:cxn modelId="{496CA75A-8444-4DCB-8257-3BCECB63EBFB}" type="presParOf" srcId="{A55DC35F-7552-415F-8215-666B8183533F}" destId="{06A4F768-E6AA-4F45-BF35-93F0A2372F07}" srcOrd="2" destOrd="0" presId="urn:microsoft.com/office/officeart/2005/8/layout/orgChart1"/>
    <dgm:cxn modelId="{599A8BEE-85E7-48D2-9C12-FC5E1F13F612}" type="presParOf" srcId="{F76A9FA3-FA1F-49E9-9190-124B526E3C05}" destId="{9F4B4B37-C917-47D5-86D9-74F22FC57405}" srcOrd="2" destOrd="0" presId="urn:microsoft.com/office/officeart/2005/8/layout/orgChart1"/>
    <dgm:cxn modelId="{B1834B1D-A742-486B-9ACD-1078BB2CF302}" type="presParOf" srcId="{F76A9FA3-FA1F-49E9-9190-124B526E3C05}" destId="{2A315FE9-6F74-4CDE-9699-82631700874F}" srcOrd="3" destOrd="0" presId="urn:microsoft.com/office/officeart/2005/8/layout/orgChart1"/>
    <dgm:cxn modelId="{990F7120-0428-4000-BE81-458ADD69D6A8}" type="presParOf" srcId="{2A315FE9-6F74-4CDE-9699-82631700874F}" destId="{4E7EDE1B-D705-41E7-B71D-225DAA59883E}" srcOrd="0" destOrd="0" presId="urn:microsoft.com/office/officeart/2005/8/layout/orgChart1"/>
    <dgm:cxn modelId="{4CE4EA9F-202C-44A6-84B2-9D0F2C725758}" type="presParOf" srcId="{4E7EDE1B-D705-41E7-B71D-225DAA59883E}" destId="{62818F72-0AD4-49DF-A145-1BBB107B7FCF}" srcOrd="0" destOrd="0" presId="urn:microsoft.com/office/officeart/2005/8/layout/orgChart1"/>
    <dgm:cxn modelId="{84B3DF53-97C5-425D-8C5E-46F351D210FE}" type="presParOf" srcId="{4E7EDE1B-D705-41E7-B71D-225DAA59883E}" destId="{6D8B9C66-15EA-4B07-90F6-AD92DE8C2BDE}" srcOrd="1" destOrd="0" presId="urn:microsoft.com/office/officeart/2005/8/layout/orgChart1"/>
    <dgm:cxn modelId="{1732855F-7116-4596-9302-7968BF9CB9DB}" type="presParOf" srcId="{2A315FE9-6F74-4CDE-9699-82631700874F}" destId="{ED8C9491-7B5E-452C-8A6F-259168475D42}" srcOrd="1" destOrd="0" presId="urn:microsoft.com/office/officeart/2005/8/layout/orgChart1"/>
    <dgm:cxn modelId="{B2168CBB-CE28-4034-843F-742F9E0B88B7}" type="presParOf" srcId="{ED8C9491-7B5E-452C-8A6F-259168475D42}" destId="{4DD270E0-D9DE-4292-8152-7E6CAF2718B4}" srcOrd="0" destOrd="0" presId="urn:microsoft.com/office/officeart/2005/8/layout/orgChart1"/>
    <dgm:cxn modelId="{72F00629-92FF-4ACE-AB71-31C4225BC40C}" type="presParOf" srcId="{ED8C9491-7B5E-452C-8A6F-259168475D42}" destId="{B78AA7FA-F80F-4897-A33C-5F36AEB336D3}" srcOrd="1" destOrd="0" presId="urn:microsoft.com/office/officeart/2005/8/layout/orgChart1"/>
    <dgm:cxn modelId="{D6EB8DFD-B167-4553-AF57-13437B0856FA}" type="presParOf" srcId="{B78AA7FA-F80F-4897-A33C-5F36AEB336D3}" destId="{C9AF0082-306F-4EF7-A3CE-11C13710C6DD}" srcOrd="0" destOrd="0" presId="urn:microsoft.com/office/officeart/2005/8/layout/orgChart1"/>
    <dgm:cxn modelId="{86E0CB46-44FF-43B9-9081-B3CFB9C1F6FF}" type="presParOf" srcId="{C9AF0082-306F-4EF7-A3CE-11C13710C6DD}" destId="{20BFC33C-2383-4B4C-9196-ACBB3B23098C}" srcOrd="0" destOrd="0" presId="urn:microsoft.com/office/officeart/2005/8/layout/orgChart1"/>
    <dgm:cxn modelId="{7274B6D0-E237-4CE8-A6FE-5DC0BDEF6FE7}" type="presParOf" srcId="{C9AF0082-306F-4EF7-A3CE-11C13710C6DD}" destId="{D8F15A71-8FEC-4CD3-BE0A-833A92D3F9A9}" srcOrd="1" destOrd="0" presId="urn:microsoft.com/office/officeart/2005/8/layout/orgChart1"/>
    <dgm:cxn modelId="{4B59FA12-B528-4683-9765-AB917A8E021E}" type="presParOf" srcId="{B78AA7FA-F80F-4897-A33C-5F36AEB336D3}" destId="{7487836F-0EC5-48EC-BCE8-C68C00D80A26}" srcOrd="1" destOrd="0" presId="urn:microsoft.com/office/officeart/2005/8/layout/orgChart1"/>
    <dgm:cxn modelId="{3CCD9997-44F5-4CB7-B278-4459B7063624}" type="presParOf" srcId="{B78AA7FA-F80F-4897-A33C-5F36AEB336D3}" destId="{7AA673C4-A35F-4B4E-8620-9627D90FB01D}" srcOrd="2" destOrd="0" presId="urn:microsoft.com/office/officeart/2005/8/layout/orgChart1"/>
    <dgm:cxn modelId="{A7F8A59C-5253-44CB-80EC-189C44E02EC9}" type="presParOf" srcId="{2A315FE9-6F74-4CDE-9699-82631700874F}" destId="{4A557255-9C39-45DF-939F-A93C31BD6192}" srcOrd="2" destOrd="0" presId="urn:microsoft.com/office/officeart/2005/8/layout/orgChart1"/>
    <dgm:cxn modelId="{99C1C511-5E5F-4234-A155-4E545721D43D}" type="presParOf" srcId="{F76A9FA3-FA1F-49E9-9190-124B526E3C05}" destId="{949ACD75-90DA-4182-B204-8EA1D0DD0039}" srcOrd="4" destOrd="0" presId="urn:microsoft.com/office/officeart/2005/8/layout/orgChart1"/>
    <dgm:cxn modelId="{40BE307F-30DC-49FD-95D8-B5BE5186527E}" type="presParOf" srcId="{F76A9FA3-FA1F-49E9-9190-124B526E3C05}" destId="{94E84CBE-DB19-4502-92AF-CEAA329E2A15}" srcOrd="5" destOrd="0" presId="urn:microsoft.com/office/officeart/2005/8/layout/orgChart1"/>
    <dgm:cxn modelId="{28478162-5AEE-4E92-B5DB-ACA4D05C4236}" type="presParOf" srcId="{94E84CBE-DB19-4502-92AF-CEAA329E2A15}" destId="{664ABA4E-72B0-4322-A6FB-E453528A6BA4}" srcOrd="0" destOrd="0" presId="urn:microsoft.com/office/officeart/2005/8/layout/orgChart1"/>
    <dgm:cxn modelId="{E2135892-040A-4FBF-8F8F-0426C1E5D206}" type="presParOf" srcId="{664ABA4E-72B0-4322-A6FB-E453528A6BA4}" destId="{DA6BAFF3-86F6-408A-9904-07930CA525F6}" srcOrd="0" destOrd="0" presId="urn:microsoft.com/office/officeart/2005/8/layout/orgChart1"/>
    <dgm:cxn modelId="{A51FBE90-72E5-4696-BAD7-E7A31976D248}" type="presParOf" srcId="{664ABA4E-72B0-4322-A6FB-E453528A6BA4}" destId="{1773B98A-E342-4B45-AA93-76ACBCC28DA6}" srcOrd="1" destOrd="0" presId="urn:microsoft.com/office/officeart/2005/8/layout/orgChart1"/>
    <dgm:cxn modelId="{B392A981-447E-4A02-8B33-7B8ACC6C9295}" type="presParOf" srcId="{94E84CBE-DB19-4502-92AF-CEAA329E2A15}" destId="{4D38E2FA-E807-4F74-9561-3E5B3AD9522A}" srcOrd="1" destOrd="0" presId="urn:microsoft.com/office/officeart/2005/8/layout/orgChart1"/>
    <dgm:cxn modelId="{B7977E39-FDFA-4B82-9D40-BE61D02DA808}" type="presParOf" srcId="{4D38E2FA-E807-4F74-9561-3E5B3AD9522A}" destId="{CE432A27-A971-4A57-A764-F1F5B0DAB325}" srcOrd="0" destOrd="0" presId="urn:microsoft.com/office/officeart/2005/8/layout/orgChart1"/>
    <dgm:cxn modelId="{AB51A827-DA7B-4A0B-A80B-D84D9C88152E}" type="presParOf" srcId="{4D38E2FA-E807-4F74-9561-3E5B3AD9522A}" destId="{45726BB2-1763-419E-BCE9-42AEB1FC7AFB}" srcOrd="1" destOrd="0" presId="urn:microsoft.com/office/officeart/2005/8/layout/orgChart1"/>
    <dgm:cxn modelId="{EF338C31-102B-4975-B0C8-9F7541A9A9D8}" type="presParOf" srcId="{45726BB2-1763-419E-BCE9-42AEB1FC7AFB}" destId="{7431C5C2-3F9A-4853-B7A1-E18CDE391639}" srcOrd="0" destOrd="0" presId="urn:microsoft.com/office/officeart/2005/8/layout/orgChart1"/>
    <dgm:cxn modelId="{E62BFD1C-DDAB-47AC-8477-C477BBBB2F34}" type="presParOf" srcId="{7431C5C2-3F9A-4853-B7A1-E18CDE391639}" destId="{33CAC64D-08C7-41D6-B212-A5EFAE843A72}" srcOrd="0" destOrd="0" presId="urn:microsoft.com/office/officeart/2005/8/layout/orgChart1"/>
    <dgm:cxn modelId="{067BFE99-C2A4-45CA-9271-9C9EF75AE219}" type="presParOf" srcId="{7431C5C2-3F9A-4853-B7A1-E18CDE391639}" destId="{02218675-61CC-4F8D-AB63-A691C5C5F6D5}" srcOrd="1" destOrd="0" presId="urn:microsoft.com/office/officeart/2005/8/layout/orgChart1"/>
    <dgm:cxn modelId="{9DADCB2C-AD07-4225-A1F2-083E55314077}" type="presParOf" srcId="{45726BB2-1763-419E-BCE9-42AEB1FC7AFB}" destId="{30FE16F4-C246-49D8-8A7A-646DBE3025A3}" srcOrd="1" destOrd="0" presId="urn:microsoft.com/office/officeart/2005/8/layout/orgChart1"/>
    <dgm:cxn modelId="{D81DA6FD-7C4B-4509-A0A6-0DD98845B203}" type="presParOf" srcId="{45726BB2-1763-419E-BCE9-42AEB1FC7AFB}" destId="{D329125E-AEEC-4805-91EB-B8441A493B55}" srcOrd="2" destOrd="0" presId="urn:microsoft.com/office/officeart/2005/8/layout/orgChart1"/>
    <dgm:cxn modelId="{6FB7788C-1F88-46C2-BB79-4026864C91C1}" type="presParOf" srcId="{94E84CBE-DB19-4502-92AF-CEAA329E2A15}" destId="{BD6DA9E5-3D5F-45B1-9E26-62BE2AD4E809}" srcOrd="2" destOrd="0" presId="urn:microsoft.com/office/officeart/2005/8/layout/orgChart1"/>
    <dgm:cxn modelId="{F804A915-AD62-443F-8732-224BE0799AD4}" type="presParOf" srcId="{C498EF97-0541-4A0C-80DC-1A8FD1116562}" destId="{B1777216-86AD-4EB9-A241-14434401D2E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05EE767-1153-480B-9D7B-80F7F3767DE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5D35C3F6-B832-420A-96D2-D2721E767AC4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>
        <a:ln/>
      </dgm:spPr>
      <dgm:t>
        <a:bodyPr/>
        <a:lstStyle/>
        <a:p>
          <a:pPr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1. Дифференциация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F71A01FF-F6F9-4333-AA36-FCA1F12B13E8}" type="parTrans" cxnId="{D0E44333-C292-456E-B957-5784F394E3F7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D4E32852-5B6C-40B5-B580-FF8B869DEE24}" type="sibTrans" cxnId="{D0E44333-C292-456E-B957-5784F394E3F7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49E0424E-A796-4B9A-B864-8FA7064433FC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>
        <a:ln/>
      </dgm:spPr>
      <dgm:t>
        <a:bodyPr/>
        <a:lstStyle/>
        <a:p>
          <a:pPr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2. Специализация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57D8499-25AB-4AD6-A3CF-0199256CD726}" type="parTrans" cxnId="{A4469219-A98C-4A3D-9E5D-9A2165CF6BD5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344855CB-C0BE-4ED8-B1A3-3B0654430D49}" type="sibTrans" cxnId="{A4469219-A98C-4A3D-9E5D-9A2165CF6BD5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9F731250-5861-41DE-A8C9-EFB11D5F4494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>
        <a:ln/>
      </dgm:spPr>
      <dgm:t>
        <a:bodyPr/>
        <a:lstStyle/>
        <a:p>
          <a:pPr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3. Пропорциональность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467CFC2-AC97-4E58-989E-C48033271977}" type="parTrans" cxnId="{A7AF9084-CDEA-45C7-99FB-AC0F027D27D8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23A80EB7-6470-4CFD-AAE1-1E25C4B6D8C3}" type="sibTrans" cxnId="{A7AF9084-CDEA-45C7-99FB-AC0F027D27D8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AD4E0324-DB5E-430F-AADD-77A0856BB70B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>
        <a:ln/>
      </dgm:spPr>
      <dgm:t>
        <a:bodyPr/>
        <a:lstStyle/>
        <a:p>
          <a:pPr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4. Непрерывность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в гостиничном предприятии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BC55BEC2-F496-40D3-887C-E5A90F31EB2F}" type="parTrans" cxnId="{B2598029-DE10-4A78-86C3-6A2B405B1DF8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694525D4-C55D-4346-9CCF-09D8DA4C888C}" type="sibTrans" cxnId="{B2598029-DE10-4A78-86C3-6A2B405B1DF8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7FE92F3F-5174-4183-9478-A7ED2E5B471F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>
        <a:ln/>
      </dgm:spPr>
      <dgm:t>
        <a:bodyPr/>
        <a:lstStyle/>
        <a:p>
          <a:pPr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5. Параллельность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801A7B9-494E-4D79-8203-82D350383DDF}" type="parTrans" cxnId="{CE971650-24EF-46B9-AF4B-A290E59A966B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0A3D9D28-CFA3-48AC-9D14-05A5FA4BEE2E}" type="sibTrans" cxnId="{CE971650-24EF-46B9-AF4B-A290E59A966B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8D73420A-0AD1-4AAC-A86F-B1FD8F8AF18B}">
      <dgm:prSet phldrT="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 bwMode="auto">
        <a:ln/>
      </dgm:spPr>
      <dgm:t>
        <a:bodyPr/>
        <a:lstStyle/>
        <a:p>
          <a:pPr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6. Ритмичность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310BD8E8-2778-4A41-ACC3-CCF6A133FA16}" type="parTrans" cxnId="{CF9B85F1-8A78-4E24-80BD-54A8A56B3A92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08B092A5-1F25-4DE8-9048-1A71F6294D4F}" type="sibTrans" cxnId="{CF9B85F1-8A78-4E24-80BD-54A8A56B3A92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BF97D821-4771-4028-A1FB-AC026C365436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предполагает разделение производственного процесса на отдельные технологические этапы, например, гостиничный цикл, который включает в себя: прием, регистрацию, обслуживание, выписку и проводы гостя.</a:t>
          </a:r>
          <a:endParaRPr lang="ru-RU" sz="1400"/>
        </a:p>
      </dgm:t>
    </dgm:pt>
    <dgm:pt modelId="{BD936771-FBDF-4846-B8C1-F8C19F227A65}" type="parTrans" cxnId="{7F252333-8443-4617-A66C-B216CE716FAD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2EBB0779-65E8-4FA4-8D0E-312DBEBDDE71}" type="sibTrans" cxnId="{7F252333-8443-4617-A66C-B216CE716FAD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4738E283-9C55-4CEA-8B5D-E5790797D995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основана на ограничении элементов производственного процесса. </a:t>
          </a:r>
          <a:endParaRPr lang="ru-RU" sz="1400"/>
        </a:p>
      </dgm:t>
    </dgm:pt>
    <dgm:pt modelId="{50B02147-1D6B-414D-9F73-C26D530EA3AF}" type="parTrans" cxnId="{031E3814-411F-454F-B861-CC2A99620D9D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56503A08-46FD-4480-AF91-C1E7C495B135}" type="sibTrans" cxnId="{031E3814-411F-454F-B861-CC2A99620D9D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EA575D8D-B47D-41DA-A770-7D028DAB65D3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означает относительно равную загрузку рабочих мест.</a:t>
          </a:r>
          <a:endParaRPr lang="ru-RU" sz="1400"/>
        </a:p>
      </dgm:t>
    </dgm:pt>
    <dgm:pt modelId="{7F0DEEC0-6A2D-47BE-B195-5FE5299AF77A}" type="parTrans" cxnId="{05180B65-39D8-41D2-BF5F-AB4734741690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D8F92B83-8187-49AC-BFB0-7602E3C4BB2F}" type="sibTrans" cxnId="{05180B65-39D8-41D2-BF5F-AB4734741690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BCBF78AD-434D-4D6B-9AE5-9B73099DE93C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заключается в том, что каждая операция процесса должна начинаться сразу по окончании предыдущей, например, при обслуживании клиента в баре, при регистрации клиента на </a:t>
          </a:r>
          <a:r>
            <a:rPr lang="ru-RU" sz="1400"/>
            <a:t>ресепшн</a:t>
          </a:r>
          <a:r>
            <a:rPr lang="ru-RU" sz="1400"/>
            <a:t>.</a:t>
          </a:r>
          <a:endParaRPr lang="ru-RU" sz="1400"/>
        </a:p>
      </dgm:t>
    </dgm:pt>
    <dgm:pt modelId="{ADD9A926-233B-4B5B-AEFF-6A5C4D6903F8}" type="parTrans" cxnId="{C44702D5-2BE3-455E-BA53-2D03C64E9653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548E3805-BCB0-464F-858E-3EE5ED365183}" type="sibTrans" cxnId="{C44702D5-2BE3-455E-BA53-2D03C64E9653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49C76EA5-826D-4476-B3C3-6BD78CAD95E4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характеризуется тем, что отдельные операции выполняются одновременно. Параллельность достигается, например, при выписке клиента и </a:t>
          </a:r>
          <a:r>
            <a:rPr lang="ru-RU" sz="1400"/>
            <a:t>СПиР</a:t>
          </a:r>
          <a:r>
            <a:rPr lang="ru-RU" sz="1400"/>
            <a:t>, </a:t>
          </a:r>
          <a:r>
            <a:rPr lang="ru-RU" sz="1400"/>
            <a:t>и</a:t>
          </a:r>
          <a:r>
            <a:rPr lang="ru-RU" sz="1400"/>
            <a:t> СНФ.</a:t>
          </a:r>
          <a:endParaRPr lang="ru-RU" sz="1400"/>
        </a:p>
      </dgm:t>
    </dgm:pt>
    <dgm:pt modelId="{4688BA0D-BA90-4AEB-BD08-A54D61B6FA1B}" type="parTrans" cxnId="{6FC4E238-B464-4781-BC37-DAED3E53BC06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0BEDFA27-005C-47F5-80B5-1F7142DB6AF1}" type="sibTrans" cxnId="{6FC4E238-B464-4781-BC37-DAED3E53BC06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5A5B0C8C-60D0-4D76-8D89-94431E6E9B07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означает, что все процессы и производственный процесс в целом по обслуживанию клиента в гостинице повторяются через периоды времени.</a:t>
          </a:r>
          <a:endParaRPr lang="ru-RU" sz="1400"/>
        </a:p>
      </dgm:t>
    </dgm:pt>
    <dgm:pt modelId="{1BFD2B8F-960D-4595-94EE-94649301B869}" type="parTrans" cxnId="{4378C2E8-0503-4EE1-A53D-646439E6B372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85E91288-8A29-470A-BFAE-B4102804508B}" type="sibTrans" cxnId="{4378C2E8-0503-4EE1-A53D-646439E6B372}">
      <dgm:prSet/>
      <dgm:spPr bwMode="auto"/>
      <dgm:t>
        <a:bodyPr/>
        <a:lstStyle/>
        <a:p>
          <a:pPr>
            <a:defRPr/>
          </a:pPr>
          <a:endParaRPr lang="ru-RU" sz="1600"/>
        </a:p>
      </dgm:t>
    </dgm:pt>
    <dgm:pt modelId="{2A354AF5-2040-47E4-B2B1-68338F541A49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предполагает закрепление за каждым рабочим местом и подразделением строго ограниченной номенклатуры работ, операций, </a:t>
          </a:r>
          <a:endParaRPr lang="ru-RU" sz="1400"/>
        </a:p>
      </dgm:t>
    </dgm:pt>
    <dgm:pt modelId="{E94F0C8F-FB6C-4938-BE11-528C37F53A03}" type="parTrans" cxnId="{0D3ECF20-A5C9-4369-9F54-430CEF0D4F3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006FE1E-BBDE-42F1-B542-F2FD61F10E79}" type="sibTrans" cxnId="{0D3ECF20-A5C9-4369-9F54-430CEF0D4F3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7648589-455E-47DC-A98E-A71384D00419}">
      <dgm:prSet phldrT="" custT="1"/>
      <dgm:spPr bwMode="auto">
        <a:solidFill>
          <a:schemeClr val="accent3">
            <a:lumMod val="20000"/>
            <a:lumOff val="80000"/>
            <a:alpha val="90000"/>
          </a:schemeClr>
        </a:solidFill>
        <a:ln w="3175" cmpd="dbl">
          <a:solidFill>
            <a:schemeClr val="accent2">
              <a:lumMod val="50000"/>
              <a:alpha val="90000"/>
            </a:schemeClr>
          </a:solidFill>
        </a:ln>
      </dgm:spPr>
      <dgm:t>
        <a:bodyPr/>
        <a:lstStyle/>
        <a:p>
          <a:pPr>
            <a:defRPr/>
          </a:pPr>
          <a:r>
            <a:rPr lang="ru-RU" sz="1400"/>
            <a:t>за каждой службой закреплены функции каждого работника.</a:t>
          </a:r>
          <a:endParaRPr lang="ru-RU" sz="1400"/>
        </a:p>
      </dgm:t>
    </dgm:pt>
    <dgm:pt modelId="{FE5613AA-2EB6-417F-9B34-A02A186BAD61}" type="parTrans" cxnId="{BEC60AAE-7554-4CA9-A802-286A87A8CAF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04A9D79-2D5C-43AF-B9C2-C31686EE3F75}" type="sibTrans" cxnId="{BEC60AAE-7554-4CA9-A802-286A87A8CAF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D7D177D-A8E6-4004-89A1-B670A9A61216}" type="pres">
      <dgm:prSet presAssocID="{005EE767-1153-480B-9D7B-80F7F3767DEE}" presName="Name0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334D2C7-5D80-4C5A-8ABF-3201772EA5DB}" type="pres">
      <dgm:prSet presAssocID="{5D35C3F6-B832-420A-96D2-D2721E767AC4}" presName="linNode" presStyleCnt="0"/>
      <dgm:spPr bwMode="auto"/>
    </dgm:pt>
    <dgm:pt modelId="{B828FDE7-0DDE-4836-A72E-0F0A6EE8E5F4}" type="pres">
      <dgm:prSet custScaleX="225781" presAssocID="{5D35C3F6-B832-420A-96D2-D2721E767AC4}" presName="parentText" presStyleLbl="node1" presStyleIdx="0" presStyleCnt="6">
        <dgm:presLayoutVars>
          <dgm:chMax val="1"/>
          <dgm:bulletEnabled val="1"/>
        </dgm:presLayoutVars>
      </dgm:prSet>
      <dgm:spPr bwMode="auto">
        <a:prstGeom prst="snip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DEB8B187-6F88-4D94-A8DD-BC03E725FF64}" type="pres">
      <dgm:prSet custScaleX="331108" presAssocID="{5D35C3F6-B832-420A-96D2-D2721E767AC4}" presName="descendantText" presStyleLbl="alignAccFollowNode1" presStyleIdx="0" presStyleCnt="6">
        <dgm:presLayoutVars>
          <dgm:bulletEnabled val="1"/>
        </dgm:presLayoutVars>
      </dgm:prSet>
      <dgm:spPr bwMode="auto">
        <a:prstGeom prst="round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0BFE7760-69D4-4960-90FA-65F7EB24A144}" type="pres">
      <dgm:prSet presAssocID="{D4E32852-5B6C-40B5-B580-FF8B869DEE24}" presName="sp" presStyleCnt="0"/>
      <dgm:spPr bwMode="auto"/>
    </dgm:pt>
    <dgm:pt modelId="{46D6F046-7B0C-42D0-A863-6354C212507D}" type="pres">
      <dgm:prSet presAssocID="{49E0424E-A796-4B9A-B864-8FA7064433FC}" presName="linNode" presStyleCnt="0"/>
      <dgm:spPr bwMode="auto"/>
    </dgm:pt>
    <dgm:pt modelId="{29D7888C-3EE5-4962-9729-C3C6A6921585}" type="pres">
      <dgm:prSet custScaleX="225781" presAssocID="{49E0424E-A796-4B9A-B864-8FA7064433FC}" presName="parentText" presStyleLbl="node1" presStyleIdx="1" presStyleCnt="6">
        <dgm:presLayoutVars>
          <dgm:chMax val="1"/>
          <dgm:bulletEnabled val="1"/>
        </dgm:presLayoutVars>
      </dgm:prSet>
      <dgm:spPr bwMode="auto">
        <a:prstGeom prst="snip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8666D35A-0AF1-4D5C-AC58-A68BABF35A13}" type="pres">
      <dgm:prSet custScaleX="331108" custScaleY="134837" presAssocID="{49E0424E-A796-4B9A-B864-8FA7064433FC}" presName="descendantText" presStyleLbl="alignAccFollowNode1" presStyleIdx="1" presStyleCnt="6">
        <dgm:presLayoutVars>
          <dgm:bulletEnabled val="1"/>
        </dgm:presLayoutVars>
      </dgm:prSet>
      <dgm:spPr bwMode="auto">
        <a:prstGeom prst="round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6B1F2A37-A997-44F4-AA2D-DEF287BAFD75}" type="pres">
      <dgm:prSet presAssocID="{344855CB-C0BE-4ED8-B1A3-3B0654430D49}" presName="sp" presStyleCnt="0"/>
      <dgm:spPr bwMode="auto"/>
    </dgm:pt>
    <dgm:pt modelId="{98277D0C-6F20-432C-B02F-84CAA250A1BC}" type="pres">
      <dgm:prSet presAssocID="{9F731250-5861-41DE-A8C9-EFB11D5F4494}" presName="linNode" presStyleCnt="0"/>
      <dgm:spPr bwMode="auto"/>
    </dgm:pt>
    <dgm:pt modelId="{7B8EAD62-1613-4A76-85EC-1074E8D3497B}" type="pres">
      <dgm:prSet custScaleX="225781" presAssocID="{9F731250-5861-41DE-A8C9-EFB11D5F4494}" presName="parentText" presStyleLbl="node1" presStyleIdx="2" presStyleCnt="6">
        <dgm:presLayoutVars>
          <dgm:chMax val="1"/>
          <dgm:bulletEnabled val="1"/>
        </dgm:presLayoutVars>
      </dgm:prSet>
      <dgm:spPr bwMode="auto">
        <a:prstGeom prst="snip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99F18D41-99B6-421D-B2D5-8E12712D4D06}" type="pres">
      <dgm:prSet custScaleX="331108" presAssocID="{9F731250-5861-41DE-A8C9-EFB11D5F4494}" presName="descendantText" presStyleLbl="alignAccFollowNode1" presStyleIdx="2" presStyleCnt="6">
        <dgm:presLayoutVars>
          <dgm:bulletEnabled val="1"/>
        </dgm:presLayoutVars>
      </dgm:prSet>
      <dgm:spPr bwMode="auto">
        <a:prstGeom prst="round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625406F9-2021-4EEE-9B41-92A055BC691D}" type="pres">
      <dgm:prSet presAssocID="{23A80EB7-6470-4CFD-AAE1-1E25C4B6D8C3}" presName="sp" presStyleCnt="0"/>
      <dgm:spPr bwMode="auto"/>
    </dgm:pt>
    <dgm:pt modelId="{749CDFC9-016F-4F27-B7FC-F9C5076E7C72}" type="pres">
      <dgm:prSet presAssocID="{AD4E0324-DB5E-430F-AADD-77A0856BB70B}" presName="linNode" presStyleCnt="0"/>
      <dgm:spPr bwMode="auto"/>
    </dgm:pt>
    <dgm:pt modelId="{4366DFCE-F4F4-4A5A-8192-1EE985DCF868}" type="pres">
      <dgm:prSet custScaleX="225781" presAssocID="{AD4E0324-DB5E-430F-AADD-77A0856BB70B}" presName="parentText" presStyleLbl="node1" presStyleIdx="3" presStyleCnt="6">
        <dgm:presLayoutVars>
          <dgm:chMax val="1"/>
          <dgm:bulletEnabled val="1"/>
        </dgm:presLayoutVars>
      </dgm:prSet>
      <dgm:spPr bwMode="auto">
        <a:prstGeom prst="snip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4185F507-2BE3-445C-AC2D-E0CEE088BD19}" type="pres">
      <dgm:prSet custScaleX="331108" presAssocID="{AD4E0324-DB5E-430F-AADD-77A0856BB70B}" presName="descendantText" presStyleLbl="alignAccFollowNode1" presStyleIdx="3" presStyleCnt="6">
        <dgm:presLayoutVars>
          <dgm:bulletEnabled val="1"/>
        </dgm:presLayoutVars>
      </dgm:prSet>
      <dgm:spPr bwMode="auto">
        <a:prstGeom prst="round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6735740E-4E6D-4C3D-9D94-228E29B448C5}" type="pres">
      <dgm:prSet presAssocID="{694525D4-C55D-4346-9CCF-09D8DA4C888C}" presName="sp" presStyleCnt="0"/>
      <dgm:spPr bwMode="auto"/>
    </dgm:pt>
    <dgm:pt modelId="{A5094790-11FF-47E5-84E7-F11B04FCD6A8}" type="pres">
      <dgm:prSet presAssocID="{7FE92F3F-5174-4183-9478-A7ED2E5B471F}" presName="linNode" presStyleCnt="0"/>
      <dgm:spPr bwMode="auto"/>
    </dgm:pt>
    <dgm:pt modelId="{467C0760-8EB0-4F19-9663-A4C944BEEBD4}" type="pres">
      <dgm:prSet custScaleX="225781" presAssocID="{7FE92F3F-5174-4183-9478-A7ED2E5B471F}" presName="parentText" presStyleLbl="node1" presStyleIdx="4" presStyleCnt="6">
        <dgm:presLayoutVars>
          <dgm:chMax val="1"/>
          <dgm:bulletEnabled val="1"/>
        </dgm:presLayoutVars>
      </dgm:prSet>
      <dgm:spPr bwMode="auto">
        <a:prstGeom prst="snip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4BD99DDA-AB5E-47B6-8ACB-267C4F392CC6}" type="pres">
      <dgm:prSet custScaleX="331108" presAssocID="{7FE92F3F-5174-4183-9478-A7ED2E5B471F}" presName="descendantText" presStyleLbl="alignAccFollowNode1" presStyleIdx="4" presStyleCnt="6">
        <dgm:presLayoutVars>
          <dgm:bulletEnabled val="1"/>
        </dgm:presLayoutVars>
      </dgm:prSet>
      <dgm:spPr bwMode="auto">
        <a:prstGeom prst="round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68E6CE97-44B2-4A12-806E-E98703648571}" type="pres">
      <dgm:prSet presAssocID="{0A3D9D28-CFA3-48AC-9D14-05A5FA4BEE2E}" presName="sp" presStyleCnt="0"/>
      <dgm:spPr bwMode="auto"/>
    </dgm:pt>
    <dgm:pt modelId="{51076005-D1E7-488A-99A5-0721E52515AD}" type="pres">
      <dgm:prSet presAssocID="{8D73420A-0AD1-4AAC-A86F-B1FD8F8AF18B}" presName="linNode" presStyleCnt="0"/>
      <dgm:spPr bwMode="auto"/>
    </dgm:pt>
    <dgm:pt modelId="{4E24BE9C-D900-4A31-B44D-B38BD261FC8E}" type="pres">
      <dgm:prSet custScaleX="225781" presAssocID="{8D73420A-0AD1-4AAC-A86F-B1FD8F8AF18B}" presName="parentText" presStyleLbl="node1" presStyleIdx="5" presStyleCnt="6">
        <dgm:presLayoutVars>
          <dgm:chMax val="1"/>
          <dgm:bulletEnabled val="1"/>
        </dgm:presLayoutVars>
      </dgm:prSet>
      <dgm:spPr bwMode="auto">
        <a:prstGeom prst="snip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  <dgm:pt modelId="{848DB4AD-E10F-4B38-9BD0-C1F1C6F0A53B}" type="pres">
      <dgm:prSet custScaleX="331108" presAssocID="{8D73420A-0AD1-4AAC-A86F-B1FD8F8AF18B}" presName="descendantText" presStyleLbl="alignAccFollowNode1" presStyleIdx="5" presStyleCnt="6">
        <dgm:presLayoutVars>
          <dgm:bulletEnabled val="1"/>
        </dgm:presLayoutVars>
      </dgm:prSet>
      <dgm:spPr bwMode="auto">
        <a:prstGeom prst="round1Rect">
          <a:avLst>
            <a:gd name="adj" fmla="val 16667"/>
          </a:avLst>
        </a:prstGeom>
      </dgm:spPr>
      <dgm:t>
        <a:bodyPr/>
        <a:lstStyle/>
        <a:p>
          <a:pPr>
            <a:defRPr/>
          </a:pPr>
          <a:endParaRPr lang="ru-RU"/>
        </a:p>
      </dgm:t>
    </dgm:pt>
  </dgm:ptLst>
  <dgm:cxnLst>
    <dgm:cxn modelId="{342B2002-238C-4B88-9AF7-3E0379FDF71A}" type="presOf" srcId="{BCBF78AD-434D-4D6B-9AE5-9B73099DE93C}" destId="{4185F507-2BE3-445C-AC2D-E0CEE088BD19}" srcOrd="0" destOrd="0" presId="urn:microsoft.com/office/officeart/2005/8/layout/vList5"/>
    <dgm:cxn modelId="{A0FB8887-6A60-463B-9681-15C2E12775F9}" type="presOf" srcId="{AD4E0324-DB5E-430F-AADD-77A0856BB70B}" destId="{4366DFCE-F4F4-4A5A-8192-1EE985DCF868}" srcOrd="0" destOrd="0" presId="urn:microsoft.com/office/officeart/2005/8/layout/vList5"/>
    <dgm:cxn modelId="{6FC4E238-B464-4781-BC37-DAED3E53BC06}" srcId="{7FE92F3F-5174-4183-9478-A7ED2E5B471F}" destId="{49C76EA5-826D-4476-B3C3-6BD78CAD95E4}" srcOrd="0" destOrd="0" parTransId="{4688BA0D-BA90-4AEB-BD08-A54D61B6FA1B}" sibTransId="{0BEDFA27-005C-47F5-80B5-1F7142DB6AF1}"/>
    <dgm:cxn modelId="{4378C2E8-0503-4EE1-A53D-646439E6B372}" srcId="{8D73420A-0AD1-4AAC-A86F-B1FD8F8AF18B}" destId="{5A5B0C8C-60D0-4D76-8D89-94431E6E9B07}" srcOrd="0" destOrd="0" parTransId="{1BFD2B8F-960D-4595-94EE-94649301B869}" sibTransId="{85E91288-8A29-470A-BFAE-B4102804508B}"/>
    <dgm:cxn modelId="{0D3ECF20-A5C9-4369-9F54-430CEF0D4F32}" srcId="{49E0424E-A796-4B9A-B864-8FA7064433FC}" destId="{2A354AF5-2040-47E4-B2B1-68338F541A49}" srcOrd="1" destOrd="0" parTransId="{E94F0C8F-FB6C-4938-BE11-528C37F53A03}" sibTransId="{2006FE1E-BBDE-42F1-B542-F2FD61F10E79}"/>
    <dgm:cxn modelId="{A4469219-A98C-4A3D-9E5D-9A2165CF6BD5}" srcId="{005EE767-1153-480B-9D7B-80F7F3767DEE}" destId="{49E0424E-A796-4B9A-B864-8FA7064433FC}" srcOrd="1" destOrd="0" parTransId="{157D8499-25AB-4AD6-A3CF-0199256CD726}" sibTransId="{344855CB-C0BE-4ED8-B1A3-3B0654430D49}"/>
    <dgm:cxn modelId="{C90EC39D-B383-4577-8D4F-F21519F17576}" type="presOf" srcId="{BF97D821-4771-4028-A1FB-AC026C365436}" destId="{DEB8B187-6F88-4D94-A8DD-BC03E725FF64}" srcOrd="0" destOrd="0" presId="urn:microsoft.com/office/officeart/2005/8/layout/vList5"/>
    <dgm:cxn modelId="{031E3814-411F-454F-B861-CC2A99620D9D}" srcId="{49E0424E-A796-4B9A-B864-8FA7064433FC}" destId="{4738E283-9C55-4CEA-8B5D-E5790797D995}" srcOrd="0" destOrd="0" parTransId="{50B02147-1D6B-414D-9F73-C26D530EA3AF}" sibTransId="{56503A08-46FD-4480-AF91-C1E7C495B135}"/>
    <dgm:cxn modelId="{DFF64781-E7B8-4E67-B7A1-5A9356EC433F}" type="presOf" srcId="{49C76EA5-826D-4476-B3C3-6BD78CAD95E4}" destId="{4BD99DDA-AB5E-47B6-8ACB-267C4F392CC6}" srcOrd="0" destOrd="0" presId="urn:microsoft.com/office/officeart/2005/8/layout/vList5"/>
    <dgm:cxn modelId="{A7AF9084-CDEA-45C7-99FB-AC0F027D27D8}" srcId="{005EE767-1153-480B-9D7B-80F7F3767DEE}" destId="{9F731250-5861-41DE-A8C9-EFB11D5F4494}" srcOrd="2" destOrd="0" parTransId="{D467CFC2-AC97-4E58-989E-C48033271977}" sibTransId="{23A80EB7-6470-4CFD-AAE1-1E25C4B6D8C3}"/>
    <dgm:cxn modelId="{D5A8930A-2BC6-4C0A-A94F-0D6F3195A190}" type="presOf" srcId="{7FE92F3F-5174-4183-9478-A7ED2E5B471F}" destId="{467C0760-8EB0-4F19-9663-A4C944BEEBD4}" srcOrd="0" destOrd="0" presId="urn:microsoft.com/office/officeart/2005/8/layout/vList5"/>
    <dgm:cxn modelId="{356E2CCD-167F-487D-BDF3-C04F60FAC228}" type="presOf" srcId="{005EE767-1153-480B-9D7B-80F7F3767DEE}" destId="{3D7D177D-A8E6-4004-89A1-B670A9A61216}" srcOrd="0" destOrd="0" presId="urn:microsoft.com/office/officeart/2005/8/layout/vList5"/>
    <dgm:cxn modelId="{B2598029-DE10-4A78-86C3-6A2B405B1DF8}" srcId="{005EE767-1153-480B-9D7B-80F7F3767DEE}" destId="{AD4E0324-DB5E-430F-AADD-77A0856BB70B}" srcOrd="3" destOrd="0" parTransId="{BC55BEC2-F496-40D3-887C-E5A90F31EB2F}" sibTransId="{694525D4-C55D-4346-9CCF-09D8DA4C888C}"/>
    <dgm:cxn modelId="{E7FD3F0C-4BE5-4FD2-A85C-FC50F67D102B}" type="presOf" srcId="{2A354AF5-2040-47E4-B2B1-68338F541A49}" destId="{8666D35A-0AF1-4D5C-AC58-A68BABF35A13}" srcOrd="0" destOrd="1" presId="urn:microsoft.com/office/officeart/2005/8/layout/vList5"/>
    <dgm:cxn modelId="{997B76FC-A606-4718-B243-C1ECA2E7C8DB}" type="presOf" srcId="{49E0424E-A796-4B9A-B864-8FA7064433FC}" destId="{29D7888C-3EE5-4962-9729-C3C6A6921585}" srcOrd="0" destOrd="0" presId="urn:microsoft.com/office/officeart/2005/8/layout/vList5"/>
    <dgm:cxn modelId="{A5DF1271-4460-47AE-B67D-E736034C8518}" type="presOf" srcId="{E7648589-455E-47DC-A98E-A71384D00419}" destId="{8666D35A-0AF1-4D5C-AC58-A68BABF35A13}" srcOrd="0" destOrd="2" presId="urn:microsoft.com/office/officeart/2005/8/layout/vList5"/>
    <dgm:cxn modelId="{AC4074D5-D44B-4FD1-893D-1C5B75198A91}" type="presOf" srcId="{5D35C3F6-B832-420A-96D2-D2721E767AC4}" destId="{B828FDE7-0DDE-4836-A72E-0F0A6EE8E5F4}" srcOrd="0" destOrd="0" presId="urn:microsoft.com/office/officeart/2005/8/layout/vList5"/>
    <dgm:cxn modelId="{7F252333-8443-4617-A66C-B216CE716FAD}" srcId="{5D35C3F6-B832-420A-96D2-D2721E767AC4}" destId="{BF97D821-4771-4028-A1FB-AC026C365436}" srcOrd="0" destOrd="0" parTransId="{BD936771-FBDF-4846-B8C1-F8C19F227A65}" sibTransId="{2EBB0779-65E8-4FA4-8D0E-312DBEBDDE71}"/>
    <dgm:cxn modelId="{A5F1CA51-7104-41BB-B1A7-0549A221B6E6}" type="presOf" srcId="{EA575D8D-B47D-41DA-A770-7D028DAB65D3}" destId="{99F18D41-99B6-421D-B2D5-8E12712D4D06}" srcOrd="0" destOrd="0" presId="urn:microsoft.com/office/officeart/2005/8/layout/vList5"/>
    <dgm:cxn modelId="{CF9B85F1-8A78-4E24-80BD-54A8A56B3A92}" srcId="{005EE767-1153-480B-9D7B-80F7F3767DEE}" destId="{8D73420A-0AD1-4AAC-A86F-B1FD8F8AF18B}" srcOrd="5" destOrd="0" parTransId="{310BD8E8-2778-4A41-ACC3-CCF6A133FA16}" sibTransId="{08B092A5-1F25-4DE8-9048-1A71F6294D4F}"/>
    <dgm:cxn modelId="{05180B65-39D8-41D2-BF5F-AB4734741690}" srcId="{9F731250-5861-41DE-A8C9-EFB11D5F4494}" destId="{EA575D8D-B47D-41DA-A770-7D028DAB65D3}" srcOrd="0" destOrd="0" parTransId="{7F0DEEC0-6A2D-47BE-B195-5FE5299AF77A}" sibTransId="{D8F92B83-8187-49AC-BFB0-7602E3C4BB2F}"/>
    <dgm:cxn modelId="{BEC60AAE-7554-4CA9-A802-286A87A8CAFC}" srcId="{49E0424E-A796-4B9A-B864-8FA7064433FC}" destId="{E7648589-455E-47DC-A98E-A71384D00419}" srcOrd="2" destOrd="0" parTransId="{FE5613AA-2EB6-417F-9B34-A02A186BAD61}" sibTransId="{304A9D79-2D5C-43AF-B9C2-C31686EE3F75}"/>
    <dgm:cxn modelId="{D0E44333-C292-456E-B957-5784F394E3F7}" srcId="{005EE767-1153-480B-9D7B-80F7F3767DEE}" destId="{5D35C3F6-B832-420A-96D2-D2721E767AC4}" srcOrd="0" destOrd="0" parTransId="{F71A01FF-F6F9-4333-AA36-FCA1F12B13E8}" sibTransId="{D4E32852-5B6C-40B5-B580-FF8B869DEE24}"/>
    <dgm:cxn modelId="{CE971650-24EF-46B9-AF4B-A290E59A966B}" srcId="{005EE767-1153-480B-9D7B-80F7F3767DEE}" destId="{7FE92F3F-5174-4183-9478-A7ED2E5B471F}" srcOrd="4" destOrd="0" parTransId="{1801A7B9-494E-4D79-8203-82D350383DDF}" sibTransId="{0A3D9D28-CFA3-48AC-9D14-05A5FA4BEE2E}"/>
    <dgm:cxn modelId="{8E378937-9DD3-4B95-A7A5-C84ACC49C2DD}" type="presOf" srcId="{4738E283-9C55-4CEA-8B5D-E5790797D995}" destId="{8666D35A-0AF1-4D5C-AC58-A68BABF35A13}" srcOrd="0" destOrd="0" presId="urn:microsoft.com/office/officeart/2005/8/layout/vList5"/>
    <dgm:cxn modelId="{C44702D5-2BE3-455E-BA53-2D03C64E9653}" srcId="{AD4E0324-DB5E-430F-AADD-77A0856BB70B}" destId="{BCBF78AD-434D-4D6B-9AE5-9B73099DE93C}" srcOrd="0" destOrd="0" parTransId="{ADD9A926-233B-4B5B-AEFF-6A5C4D6903F8}" sibTransId="{548E3805-BCB0-464F-858E-3EE5ED365183}"/>
    <dgm:cxn modelId="{8D0F2976-3D74-4F99-9DB1-B23EBCF2B184}" type="presOf" srcId="{5A5B0C8C-60D0-4D76-8D89-94431E6E9B07}" destId="{848DB4AD-E10F-4B38-9BD0-C1F1C6F0A53B}" srcOrd="0" destOrd="0" presId="urn:microsoft.com/office/officeart/2005/8/layout/vList5"/>
    <dgm:cxn modelId="{CA047D1D-9CE4-4280-8FD9-3E017B31B575}" type="presOf" srcId="{9F731250-5861-41DE-A8C9-EFB11D5F4494}" destId="{7B8EAD62-1613-4A76-85EC-1074E8D3497B}" srcOrd="0" destOrd="0" presId="urn:microsoft.com/office/officeart/2005/8/layout/vList5"/>
    <dgm:cxn modelId="{2DC228DD-6533-4CF3-9570-EB2B563E1A0A}" type="presOf" srcId="{8D73420A-0AD1-4AAC-A86F-B1FD8F8AF18B}" destId="{4E24BE9C-D900-4A31-B44D-B38BD261FC8E}" srcOrd="0" destOrd="0" presId="urn:microsoft.com/office/officeart/2005/8/layout/vList5"/>
    <dgm:cxn modelId="{1617C63A-6914-40B8-8A00-61653147F242}" type="presParOf" srcId="{3D7D177D-A8E6-4004-89A1-B670A9A61216}" destId="{5334D2C7-5D80-4C5A-8ABF-3201772EA5DB}" srcOrd="0" destOrd="0" presId="urn:microsoft.com/office/officeart/2005/8/layout/vList5"/>
    <dgm:cxn modelId="{7B1B192B-D238-454B-B322-023E1645ECF8}" type="presParOf" srcId="{5334D2C7-5D80-4C5A-8ABF-3201772EA5DB}" destId="{B828FDE7-0DDE-4836-A72E-0F0A6EE8E5F4}" srcOrd="0" destOrd="0" presId="urn:microsoft.com/office/officeart/2005/8/layout/vList5"/>
    <dgm:cxn modelId="{46906FF2-2C58-4550-844D-3D511E138A0B}" type="presParOf" srcId="{5334D2C7-5D80-4C5A-8ABF-3201772EA5DB}" destId="{DEB8B187-6F88-4D94-A8DD-BC03E725FF64}" srcOrd="1" destOrd="0" presId="urn:microsoft.com/office/officeart/2005/8/layout/vList5"/>
    <dgm:cxn modelId="{3CF27B52-07D8-4D43-9778-F91E2A24B04C}" type="presParOf" srcId="{3D7D177D-A8E6-4004-89A1-B670A9A61216}" destId="{0BFE7760-69D4-4960-90FA-65F7EB24A144}" srcOrd="1" destOrd="0" presId="urn:microsoft.com/office/officeart/2005/8/layout/vList5"/>
    <dgm:cxn modelId="{7AD5F782-7B46-46B9-83F2-9B28A9CC00B8}" type="presParOf" srcId="{3D7D177D-A8E6-4004-89A1-B670A9A61216}" destId="{46D6F046-7B0C-42D0-A863-6354C212507D}" srcOrd="2" destOrd="0" presId="urn:microsoft.com/office/officeart/2005/8/layout/vList5"/>
    <dgm:cxn modelId="{BC59A7F5-C333-4CB2-B236-F3E86F6FA761}" type="presParOf" srcId="{46D6F046-7B0C-42D0-A863-6354C212507D}" destId="{29D7888C-3EE5-4962-9729-C3C6A6921585}" srcOrd="0" destOrd="0" presId="urn:microsoft.com/office/officeart/2005/8/layout/vList5"/>
    <dgm:cxn modelId="{0D8A55D9-1EC7-4EA0-ABB7-C053C502E555}" type="presParOf" srcId="{46D6F046-7B0C-42D0-A863-6354C212507D}" destId="{8666D35A-0AF1-4D5C-AC58-A68BABF35A13}" srcOrd="1" destOrd="0" presId="urn:microsoft.com/office/officeart/2005/8/layout/vList5"/>
    <dgm:cxn modelId="{606199C2-1E86-419E-87CA-D09593D92BA9}" type="presParOf" srcId="{3D7D177D-A8E6-4004-89A1-B670A9A61216}" destId="{6B1F2A37-A997-44F4-AA2D-DEF287BAFD75}" srcOrd="3" destOrd="0" presId="urn:microsoft.com/office/officeart/2005/8/layout/vList5"/>
    <dgm:cxn modelId="{7DEABFE3-9F18-439D-BF07-9309DD586C0D}" type="presParOf" srcId="{3D7D177D-A8E6-4004-89A1-B670A9A61216}" destId="{98277D0C-6F20-432C-B02F-84CAA250A1BC}" srcOrd="4" destOrd="0" presId="urn:microsoft.com/office/officeart/2005/8/layout/vList5"/>
    <dgm:cxn modelId="{68410398-5F41-4F55-8A26-C1C3EBF9C91C}" type="presParOf" srcId="{98277D0C-6F20-432C-B02F-84CAA250A1BC}" destId="{7B8EAD62-1613-4A76-85EC-1074E8D3497B}" srcOrd="0" destOrd="0" presId="urn:microsoft.com/office/officeart/2005/8/layout/vList5"/>
    <dgm:cxn modelId="{B6175CA9-60F1-40BB-9A3A-5248B9A4F3F7}" type="presParOf" srcId="{98277D0C-6F20-432C-B02F-84CAA250A1BC}" destId="{99F18D41-99B6-421D-B2D5-8E12712D4D06}" srcOrd="1" destOrd="0" presId="urn:microsoft.com/office/officeart/2005/8/layout/vList5"/>
    <dgm:cxn modelId="{BE292802-EF6C-4DCB-8E24-CA2623F5ECC3}" type="presParOf" srcId="{3D7D177D-A8E6-4004-89A1-B670A9A61216}" destId="{625406F9-2021-4EEE-9B41-92A055BC691D}" srcOrd="5" destOrd="0" presId="urn:microsoft.com/office/officeart/2005/8/layout/vList5"/>
    <dgm:cxn modelId="{FA06E67F-AF74-4188-8DA9-11A9019EE2B5}" type="presParOf" srcId="{3D7D177D-A8E6-4004-89A1-B670A9A61216}" destId="{749CDFC9-016F-4F27-B7FC-F9C5076E7C72}" srcOrd="6" destOrd="0" presId="urn:microsoft.com/office/officeart/2005/8/layout/vList5"/>
    <dgm:cxn modelId="{390457FE-6D53-4F17-B3D9-ECC5F914053F}" type="presParOf" srcId="{749CDFC9-016F-4F27-B7FC-F9C5076E7C72}" destId="{4366DFCE-F4F4-4A5A-8192-1EE985DCF868}" srcOrd="0" destOrd="0" presId="urn:microsoft.com/office/officeart/2005/8/layout/vList5"/>
    <dgm:cxn modelId="{FB1A2F72-7DD6-412E-9F88-3793A86BB659}" type="presParOf" srcId="{749CDFC9-016F-4F27-B7FC-F9C5076E7C72}" destId="{4185F507-2BE3-445C-AC2D-E0CEE088BD19}" srcOrd="1" destOrd="0" presId="urn:microsoft.com/office/officeart/2005/8/layout/vList5"/>
    <dgm:cxn modelId="{4063ADD6-868A-42E4-A862-ECC10390647A}" type="presParOf" srcId="{3D7D177D-A8E6-4004-89A1-B670A9A61216}" destId="{6735740E-4E6D-4C3D-9D94-228E29B448C5}" srcOrd="7" destOrd="0" presId="urn:microsoft.com/office/officeart/2005/8/layout/vList5"/>
    <dgm:cxn modelId="{38426B80-87B2-4CB4-8D08-73BE4B62C6FB}" type="presParOf" srcId="{3D7D177D-A8E6-4004-89A1-B670A9A61216}" destId="{A5094790-11FF-47E5-84E7-F11B04FCD6A8}" srcOrd="8" destOrd="0" presId="urn:microsoft.com/office/officeart/2005/8/layout/vList5"/>
    <dgm:cxn modelId="{C40DC757-ED93-4A23-AF15-B3615BE5E7F2}" type="presParOf" srcId="{A5094790-11FF-47E5-84E7-F11B04FCD6A8}" destId="{467C0760-8EB0-4F19-9663-A4C944BEEBD4}" srcOrd="0" destOrd="0" presId="urn:microsoft.com/office/officeart/2005/8/layout/vList5"/>
    <dgm:cxn modelId="{BD4AD25B-4ECE-415A-86CC-C4F23C20BEC6}" type="presParOf" srcId="{A5094790-11FF-47E5-84E7-F11B04FCD6A8}" destId="{4BD99DDA-AB5E-47B6-8ACB-267C4F392CC6}" srcOrd="1" destOrd="0" presId="urn:microsoft.com/office/officeart/2005/8/layout/vList5"/>
    <dgm:cxn modelId="{EE74F8A9-9CF9-48FC-BDC7-48339CA71415}" type="presParOf" srcId="{3D7D177D-A8E6-4004-89A1-B670A9A61216}" destId="{68E6CE97-44B2-4A12-806E-E98703648571}" srcOrd="9" destOrd="0" presId="urn:microsoft.com/office/officeart/2005/8/layout/vList5"/>
    <dgm:cxn modelId="{139A11E6-6C68-449C-9E5C-024DFD62215F}" type="presParOf" srcId="{3D7D177D-A8E6-4004-89A1-B670A9A61216}" destId="{51076005-D1E7-488A-99A5-0721E52515AD}" srcOrd="10" destOrd="0" presId="urn:microsoft.com/office/officeart/2005/8/layout/vList5"/>
    <dgm:cxn modelId="{96EDE74F-A59B-4F45-989B-9834C75A241F}" type="presParOf" srcId="{51076005-D1E7-488A-99A5-0721E52515AD}" destId="{4E24BE9C-D900-4A31-B44D-B38BD261FC8E}" srcOrd="0" destOrd="0" presId="urn:microsoft.com/office/officeart/2005/8/layout/vList5"/>
    <dgm:cxn modelId="{E6DF8E16-99B9-4A75-97A2-477C084C3534}" type="presParOf" srcId="{51076005-D1E7-488A-99A5-0721E52515AD}" destId="{848DB4AD-E10F-4B38-9BD0-C1F1C6F0A5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13A21E53-EE62-47E9-9A11-516E0E3502E5}" type="doc">
      <dgm:prSet loTypeId="urn:microsoft.com/office/officeart/2005/8/layout/hierarchy5" loCatId="hierarchy" qsTypeId="urn:microsoft.com/office/officeart/2005/8/quickstyle/simple1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5768CA50-F763-4FF4-AC16-D8DF42E633E1}">
      <dgm:prSet phldrT=""/>
      <dgm:spPr bwMode="auto"/>
      <dgm:t>
        <a:bodyPr/>
        <a:lstStyle/>
        <a:p>
          <a:pPr>
            <a:defRPr/>
          </a:pPr>
          <a:r>
            <a:rPr lang="ru-RU" b="0" i="0"/>
            <a:t>Технологический цикл обслуживания клиентов традиционно делят на четыре этапа</a:t>
          </a:r>
          <a:endParaRPr lang="ru-RU" b="0" i="0"/>
        </a:p>
      </dgm:t>
    </dgm:pt>
    <dgm:pt modelId="{C062ACDA-4D72-428C-97D3-447747D0E916}" type="parTrans" cxnId="{A8764236-7688-4401-9539-4DEC33EE365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20843EC-ABA6-4CD5-869C-EDDBF5C1F7AD}" type="sibTrans" cxnId="{A8764236-7688-4401-9539-4DEC33EE365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6D4A230-43F1-4447-83B4-674923E86D08}">
      <dgm:prSet phldrT=""/>
      <dgm:spPr bwMode="auto"/>
      <dgm:t>
        <a:bodyPr/>
        <a:lstStyle/>
        <a:p>
          <a:pPr>
            <a:defRPr/>
          </a:pPr>
          <a:r>
            <a:rPr lang="ru-RU" b="0" i="0"/>
            <a:t>I.  До прибытия – </a:t>
          </a:r>
          <a:endParaRPr lang="ru-RU" b="0" i="0"/>
        </a:p>
      </dgm:t>
    </dgm:pt>
    <dgm:pt modelId="{993DE81E-EDF4-43EA-BE9D-F522F9B54D20}" type="parTrans" cxnId="{865A5184-C80F-4FCA-8A7D-B2D423ACDED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ED84FD2-9398-4EDC-BAC3-8A0E80D10B3F}" type="sibTrans" cxnId="{865A5184-C80F-4FCA-8A7D-B2D423ACDED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23EFD5D-C43E-4067-97CC-B91703A34A9A}">
      <dgm:prSet phldrT=""/>
      <dgm:spPr bwMode="auto"/>
      <dgm:t>
        <a:bodyPr/>
        <a:lstStyle/>
        <a:p>
          <a:pPr>
            <a:defRPr/>
          </a:pPr>
          <a:r>
            <a:rPr lang="ru-RU" b="0" i="0"/>
            <a:t>II. Заезд </a:t>
          </a:r>
          <a:endParaRPr lang="ru-RU" b="0" i="0"/>
        </a:p>
      </dgm:t>
    </dgm:pt>
    <dgm:pt modelId="{08FB65C1-97D2-4512-83D4-8F9A005D17E3}" type="parTrans" cxnId="{7011D9DA-A42F-4790-AC9A-D539112301A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7DD9828-01E8-43FA-A092-8D0C9E7BBFEB}" type="sibTrans" cxnId="{7011D9DA-A42F-4790-AC9A-D539112301A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39757A8-1B53-44B9-9EB3-516BE51CEF76}">
      <dgm:prSet phldrT=""/>
      <dgm:spPr bwMode="auto"/>
      <dgm:t>
        <a:bodyPr/>
        <a:lstStyle/>
        <a:p>
          <a:pPr>
            <a:defRPr/>
          </a:pPr>
          <a:r>
            <a:rPr lang="ru-RU" b="0" i="0"/>
            <a:t>III. Проживание</a:t>
          </a:r>
          <a:endParaRPr lang="ru-RU" b="0" i="0"/>
        </a:p>
      </dgm:t>
    </dgm:pt>
    <dgm:pt modelId="{B58B22FB-628A-4B36-90C0-001ADC583265}" type="parTrans" cxnId="{0EE8F8B7-69B7-4D3E-B445-CD42CB7A6ED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76E9E2E-06C3-4A1A-B356-AF5104FA3305}" type="sibTrans" cxnId="{0EE8F8B7-69B7-4D3E-B445-CD42CB7A6ED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69A4379-F19B-4376-8B85-A52721DDF501}">
      <dgm:prSet phldrT=""/>
      <dgm:spPr bwMode="auto"/>
      <dgm:t>
        <a:bodyPr/>
        <a:lstStyle/>
        <a:p>
          <a:pPr>
            <a:defRPr/>
          </a:pPr>
          <a:r>
            <a:rPr lang="ru-RU" b="0" i="0"/>
            <a:t>IV. Выезд</a:t>
          </a:r>
          <a:endParaRPr lang="ru-RU" b="0" i="0"/>
        </a:p>
      </dgm:t>
    </dgm:pt>
    <dgm:pt modelId="{102CA4FC-E0D6-4E95-96F2-330E4BE2DBA1}" type="parTrans" cxnId="{5DC62323-5110-4951-B7BB-49AAFAD4F44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ED810BD-C63F-478D-BF8A-F87C183245F3}" type="sibTrans" cxnId="{5DC62323-5110-4951-B7BB-49AAFAD4F44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CD0C153-54DD-4156-9376-ABD8E7E95194}">
      <dgm:prSet phldrT=""/>
      <dgm:spPr bwMode="auto"/>
      <dgm:t>
        <a:bodyPr/>
        <a:lstStyle/>
        <a:p>
          <a:pPr>
            <a:defRPr/>
          </a:pPr>
          <a:r>
            <a:rPr lang="ru-RU" b="0" i="0"/>
            <a:t>(Reservation)</a:t>
          </a:r>
          <a:endParaRPr/>
        </a:p>
        <a:p>
          <a:pPr>
            <a:defRPr/>
          </a:pPr>
          <a:r>
            <a:rPr lang="ru-RU" b="0" i="0"/>
            <a:t>Бронирование.</a:t>
          </a:r>
          <a:endParaRPr lang="ru-RU" b="0" i="0"/>
        </a:p>
      </dgm:t>
    </dgm:pt>
    <dgm:pt modelId="{ECAD6AC0-1649-4D13-B347-B127624E1907}" type="parTrans" cxnId="{3BFC09BF-E5D0-4E5C-967C-703B0230910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526609B-3D3D-40A8-A78A-183FCDEE0CFB}" type="sibTrans" cxnId="{3BFC09BF-E5D0-4E5C-967C-703B0230910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FCAF937-FE8E-476D-B93A-7F5A248F0E29}">
      <dgm:prSet phldrT=""/>
      <dgm:spPr bwMode="auto"/>
      <dgm:t>
        <a:bodyPr/>
        <a:lstStyle/>
        <a:p>
          <a:pPr>
            <a:defRPr/>
          </a:pPr>
          <a:r>
            <a:rPr lang="ru-RU" b="0" i="0"/>
            <a:t>(</a:t>
          </a:r>
          <a:r>
            <a:rPr lang="ru-RU" b="0" i="0"/>
            <a:t>Arrival</a:t>
          </a:r>
          <a:r>
            <a:rPr lang="ru-RU" b="0" i="0"/>
            <a:t>) включает регистрацию гостя (</a:t>
          </a:r>
          <a:r>
            <a:rPr lang="ru-RU" b="0" i="0"/>
            <a:t>Check</a:t>
          </a:r>
          <a:r>
            <a:rPr lang="ru-RU" b="0" i="0"/>
            <a:t> </a:t>
          </a:r>
          <a:r>
            <a:rPr lang="ru-RU" b="0" i="0"/>
            <a:t>in</a:t>
          </a:r>
          <a:r>
            <a:rPr lang="ru-RU" b="0" i="0"/>
            <a:t> </a:t>
          </a:r>
          <a:r>
            <a:rPr lang="ru-RU" b="0" i="0"/>
            <a:t>procedure</a:t>
          </a:r>
          <a:r>
            <a:rPr lang="ru-RU" b="0" i="0"/>
            <a:t>) и его размещение (</a:t>
          </a:r>
          <a:r>
            <a:rPr lang="ru-RU" b="0" i="0"/>
            <a:t>Accomodation</a:t>
          </a:r>
          <a:r>
            <a:rPr lang="ru-RU" b="0" i="0"/>
            <a:t>).</a:t>
          </a:r>
          <a:endParaRPr lang="ru-RU" b="0" i="0"/>
        </a:p>
      </dgm:t>
    </dgm:pt>
    <dgm:pt modelId="{4226B1E6-AAD7-47F6-A8A3-D5907E4F3700}" type="parTrans" cxnId="{6594665C-5D03-4D91-802C-D7083A81827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7525231-71B2-47A4-BD90-C185A3208C71}" type="sibTrans" cxnId="{6594665C-5D03-4D91-802C-D7083A81827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2637119-4985-4DCA-BFA9-79DF38903D04}">
      <dgm:prSet phldrT=""/>
      <dgm:spPr bwMode="auto"/>
      <dgm:t>
        <a:bodyPr/>
        <a:lstStyle/>
        <a:p>
          <a:pPr>
            <a:defRPr/>
          </a:pPr>
          <a:r>
            <a:rPr lang="ru-RU" b="0" i="0"/>
            <a:t> (</a:t>
          </a:r>
          <a:r>
            <a:rPr lang="ru-RU" b="0" i="0"/>
            <a:t>Staying</a:t>
          </a:r>
          <a:r>
            <a:rPr lang="ru-RU" b="0" i="0"/>
            <a:t>) гостя в отеле и обслуживание во время проживания.</a:t>
          </a:r>
          <a:endParaRPr lang="ru-RU" b="0" i="0"/>
        </a:p>
      </dgm:t>
    </dgm:pt>
    <dgm:pt modelId="{58FD52E1-E1D0-4566-9D19-673A44FC029C}" type="parTrans" cxnId="{D28B93A0-8E8D-44A4-928A-421700C140E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4E4E2A8-2931-406D-8A32-8446D27E2303}" type="sibTrans" cxnId="{D28B93A0-8E8D-44A4-928A-421700C140E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9441DF5-9072-49AC-B38A-50904D780A73}">
      <dgm:prSet phldrT=""/>
      <dgm:spPr bwMode="auto"/>
      <dgm:t>
        <a:bodyPr/>
        <a:lstStyle/>
        <a:p>
          <a:pPr>
            <a:defRPr/>
          </a:pPr>
          <a:r>
            <a:rPr lang="ru-RU" b="0" i="0"/>
            <a:t> (Departure), который включает выписку гостя (</a:t>
          </a:r>
          <a:r>
            <a:rPr lang="ru-RU" b="0" i="0"/>
            <a:t>Chek</a:t>
          </a:r>
          <a:r>
            <a:rPr lang="ru-RU" b="0" i="0"/>
            <a:t> </a:t>
          </a:r>
          <a:r>
            <a:rPr lang="ru-RU" b="0" i="0"/>
            <a:t>out</a:t>
          </a:r>
          <a:r>
            <a:rPr lang="ru-RU" b="0" i="0"/>
            <a:t> </a:t>
          </a:r>
          <a:r>
            <a:rPr lang="ru-RU" b="0" i="0"/>
            <a:t>procedure</a:t>
          </a:r>
          <a:r>
            <a:rPr lang="ru-RU" b="0" i="0"/>
            <a:t>).</a:t>
          </a:r>
          <a:endParaRPr lang="ru-RU" b="0" i="0"/>
        </a:p>
      </dgm:t>
    </dgm:pt>
    <dgm:pt modelId="{F54414F1-B97B-4491-AEE4-5DA01EEB84DA}" type="parTrans" cxnId="{174DB57B-FEC1-4020-BE03-18AFC82CBF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BB3E990-4378-41E3-B78C-9AED1156939C}" type="sibTrans" cxnId="{174DB57B-FEC1-4020-BE03-18AFC82CBF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B1924D4-14F0-43F4-96BF-3BA475BAF096}" type="pres">
      <dgm:prSet presAssocID="{13A21E53-EE62-47E9-9A11-516E0E3502E5}" presName="mainComposite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D379F62-915D-4768-9519-5193A56D2757}" type="pres">
      <dgm:prSet presAssocID="{13A21E53-EE62-47E9-9A11-516E0E3502E5}" presName="hierFlow" presStyleCnt="0"/>
      <dgm:spPr bwMode="auto"/>
    </dgm:pt>
    <dgm:pt modelId="{EFBDC606-85B3-486A-8AD0-C9BF426827F5}" type="pres">
      <dgm:prSet presAssocID="{13A21E53-EE62-47E9-9A11-516E0E3502E5}" presName="hierChild1" presStyleCnt="0">
        <dgm:presLayoutVars>
          <dgm:chPref val="1"/>
          <dgm:animOne val="branch"/>
          <dgm:animLvl val="lvl"/>
        </dgm:presLayoutVars>
      </dgm:prSet>
      <dgm:spPr bwMode="auto"/>
    </dgm:pt>
    <dgm:pt modelId="{048F51C1-CFF9-41A1-A033-577397E38E3C}" type="pres">
      <dgm:prSet presAssocID="{5768CA50-F763-4FF4-AC16-D8DF42E633E1}" presName="Name17" presStyleCnt="0"/>
      <dgm:spPr bwMode="auto"/>
    </dgm:pt>
    <dgm:pt modelId="{9FD5FF93-FD38-444E-8F3E-2D92691D9A1F}" type="pres">
      <dgm:prSet presAssocID="{5768CA50-F763-4FF4-AC16-D8DF42E633E1}" presName="level1Shape" presStyleLbl="node0" presStyleIdx="0" presStyleCnt="1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CDFEADE-000B-4938-8A96-C007620D83B4}" type="pres">
      <dgm:prSet presAssocID="{5768CA50-F763-4FF4-AC16-D8DF42E633E1}" presName="hierChild2" presStyleCnt="0"/>
      <dgm:spPr bwMode="auto"/>
    </dgm:pt>
    <dgm:pt modelId="{0DF6AC15-1E40-4E3D-87FB-EB4F329E5C92}" type="pres">
      <dgm:prSet presAssocID="{993DE81E-EDF4-43EA-BE9D-F522F9B54D20}" presName="Name25" presStyleLbl="parChTrans1D2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EFF7F766-3F33-47E5-B219-97A1F5B56C07}" type="pres">
      <dgm:prSet presAssocID="{993DE81E-EDF4-43EA-BE9D-F522F9B54D20}" presName="connTx" presStyleLbl="parChTrans1D2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31F026F1-B156-4095-9260-B5F97987FD47}" type="pres">
      <dgm:prSet presAssocID="{D6D4A230-43F1-4447-83B4-674923E86D08}" presName="Name30" presStyleCnt="0"/>
      <dgm:spPr bwMode="auto"/>
    </dgm:pt>
    <dgm:pt modelId="{CB376873-F8E9-487D-B041-A5E1319C99C8}" type="pres">
      <dgm:prSet presAssocID="{D6D4A230-43F1-4447-83B4-674923E86D08}" presName="level2Shape" presStyleLbl="node2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2BAC8944-51C8-4DC3-B602-F256AE876C42}" type="pres">
      <dgm:prSet presAssocID="{D6D4A230-43F1-4447-83B4-674923E86D08}" presName="hierChild3" presStyleCnt="0"/>
      <dgm:spPr bwMode="auto"/>
    </dgm:pt>
    <dgm:pt modelId="{A082BAE6-B268-4607-8AD5-D920DB303684}" type="pres">
      <dgm:prSet presAssocID="{ECAD6AC0-1649-4D13-B347-B127624E1907}" presName="Name25" presStyleLbl="parChTrans1D3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198CCD59-7A6C-418C-8CA4-D4617299CB5E}" type="pres">
      <dgm:prSet presAssocID="{ECAD6AC0-1649-4D13-B347-B127624E1907}" presName="connTx" presStyleLbl="parChTrans1D3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00D705CC-2694-4608-BD74-8BFB78EBE1AC}" type="pres">
      <dgm:prSet presAssocID="{ACD0C153-54DD-4156-9376-ABD8E7E95194}" presName="Name30" presStyleCnt="0"/>
      <dgm:spPr bwMode="auto"/>
    </dgm:pt>
    <dgm:pt modelId="{BC0E4669-65B8-48F9-91AA-316741E67B39}" type="pres">
      <dgm:prSet presAssocID="{ACD0C153-54DD-4156-9376-ABD8E7E95194}" presName="level2Shape" presStyleLbl="node3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E499EF5E-AEA5-4986-B7A7-0DB777D1CC2D}" type="pres">
      <dgm:prSet presAssocID="{ACD0C153-54DD-4156-9376-ABD8E7E95194}" presName="hierChild3" presStyleCnt="0"/>
      <dgm:spPr bwMode="auto"/>
    </dgm:pt>
    <dgm:pt modelId="{D110AB71-D487-4D6F-B45A-E08618541E3A}" type="pres">
      <dgm:prSet presAssocID="{08FB65C1-97D2-4512-83D4-8F9A005D17E3}" presName="Name25" presStyleLbl="parChTrans1D2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A593A555-0283-4CF0-A9AB-C5B868A8D77F}" type="pres">
      <dgm:prSet presAssocID="{08FB65C1-97D2-4512-83D4-8F9A005D17E3}" presName="connTx" presStyleLbl="parChTrans1D2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BFC45CC3-4077-4D1E-945E-DE8F1BD787DE}" type="pres">
      <dgm:prSet presAssocID="{C23EFD5D-C43E-4067-97CC-B91703A34A9A}" presName="Name30" presStyleCnt="0"/>
      <dgm:spPr bwMode="auto"/>
    </dgm:pt>
    <dgm:pt modelId="{51A33E27-7BCF-469F-A95A-599EC75544E9}" type="pres">
      <dgm:prSet presAssocID="{C23EFD5D-C43E-4067-97CC-B91703A34A9A}" presName="level2Shape" presStyleLbl="node2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52F7887D-7CC3-4FEA-9353-96BD243B191F}" type="pres">
      <dgm:prSet presAssocID="{C23EFD5D-C43E-4067-97CC-B91703A34A9A}" presName="hierChild3" presStyleCnt="0"/>
      <dgm:spPr bwMode="auto"/>
    </dgm:pt>
    <dgm:pt modelId="{46BA9BE7-A980-4E92-AC2A-2667782EF6D2}" type="pres">
      <dgm:prSet presAssocID="{4226B1E6-AAD7-47F6-A8A3-D5907E4F3700}" presName="Name25" presStyleLbl="parChTrans1D3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87364929-671D-4392-B4A2-DDF4036B4324}" type="pres">
      <dgm:prSet presAssocID="{4226B1E6-AAD7-47F6-A8A3-D5907E4F3700}" presName="connTx" presStyleLbl="parChTrans1D3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F137C6E9-8CA5-4559-B245-82388DD0ADB8}" type="pres">
      <dgm:prSet presAssocID="{FFCAF937-FE8E-476D-B93A-7F5A248F0E29}" presName="Name30" presStyleCnt="0"/>
      <dgm:spPr bwMode="auto"/>
    </dgm:pt>
    <dgm:pt modelId="{0AEB7DE8-713E-4F91-A93A-CEDE18B7CD12}" type="pres">
      <dgm:prSet presAssocID="{FFCAF937-FE8E-476D-B93A-7F5A248F0E29}" presName="level2Shape" presStyleLbl="node3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A9F4B5F3-355C-4CB2-8412-6E90CACF3ADC}" type="pres">
      <dgm:prSet presAssocID="{FFCAF937-FE8E-476D-B93A-7F5A248F0E29}" presName="hierChild3" presStyleCnt="0"/>
      <dgm:spPr bwMode="auto"/>
    </dgm:pt>
    <dgm:pt modelId="{C1ED3B4E-FDF9-4F97-A170-20D83CB34D10}" type="pres">
      <dgm:prSet presAssocID="{B58B22FB-628A-4B36-90C0-001ADC583265}" presName="Name25" presStyleLbl="parChTrans1D2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0899A6BF-30C7-464B-9081-658E494152EE}" type="pres">
      <dgm:prSet presAssocID="{B58B22FB-628A-4B36-90C0-001ADC583265}" presName="connTx" presStyleLbl="parChTrans1D2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D967DF7E-1DCD-41DB-AF4C-78117B5CE797}" type="pres">
      <dgm:prSet presAssocID="{A39757A8-1B53-44B9-9EB3-516BE51CEF76}" presName="Name30" presStyleCnt="0"/>
      <dgm:spPr bwMode="auto"/>
    </dgm:pt>
    <dgm:pt modelId="{FFCF5FFD-6354-4A69-A19B-0BF9A65EAF65}" type="pres">
      <dgm:prSet presAssocID="{A39757A8-1B53-44B9-9EB3-516BE51CEF76}" presName="level2Shape" presStyleLbl="node2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52E33FDD-29FA-4661-A7AC-5AB9D1238E72}" type="pres">
      <dgm:prSet presAssocID="{A39757A8-1B53-44B9-9EB3-516BE51CEF76}" presName="hierChild3" presStyleCnt="0"/>
      <dgm:spPr bwMode="auto"/>
    </dgm:pt>
    <dgm:pt modelId="{E92F45BF-B576-41F1-BBC7-1EBAA8FE4117}" type="pres">
      <dgm:prSet presAssocID="{58FD52E1-E1D0-4566-9D19-673A44FC029C}" presName="Name25" presStyleLbl="parChTrans1D3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6831C147-C306-4812-A09C-31AEFF21DA2A}" type="pres">
      <dgm:prSet presAssocID="{58FD52E1-E1D0-4566-9D19-673A44FC029C}" presName="connTx" presStyleLbl="parChTrans1D3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7A8BF6BC-777B-4B43-831F-55A9853CF26E}" type="pres">
      <dgm:prSet presAssocID="{72637119-4985-4DCA-BFA9-79DF38903D04}" presName="Name30" presStyleCnt="0"/>
      <dgm:spPr bwMode="auto"/>
    </dgm:pt>
    <dgm:pt modelId="{8C6A4980-1676-4F0D-9807-E2716AA63EDA}" type="pres">
      <dgm:prSet presAssocID="{72637119-4985-4DCA-BFA9-79DF38903D04}" presName="level2Shape" presStyleLbl="node3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CC0B4543-7200-4BC2-965C-A95D60D3F012}" type="pres">
      <dgm:prSet presAssocID="{72637119-4985-4DCA-BFA9-79DF38903D04}" presName="hierChild3" presStyleCnt="0"/>
      <dgm:spPr bwMode="auto"/>
    </dgm:pt>
    <dgm:pt modelId="{EBB302BD-9011-43A9-9E42-1C7ED8DEC70C}" type="pres">
      <dgm:prSet presAssocID="{102CA4FC-E0D6-4E95-96F2-330E4BE2DBA1}" presName="Name25" presStyleLbl="parChTrans1D2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F08C45F6-C862-4DB3-B250-12CA8D8AA404}" type="pres">
      <dgm:prSet presAssocID="{102CA4FC-E0D6-4E95-96F2-330E4BE2DBA1}" presName="connTx" presStyleLbl="parChTrans1D2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98900B41-132C-497D-93CD-8C6B6F575EDD}" type="pres">
      <dgm:prSet presAssocID="{069A4379-F19B-4376-8B85-A52721DDF501}" presName="Name30" presStyleCnt="0"/>
      <dgm:spPr bwMode="auto"/>
    </dgm:pt>
    <dgm:pt modelId="{02271632-B811-4E56-9851-61493D8CDD5D}" type="pres">
      <dgm:prSet presAssocID="{069A4379-F19B-4376-8B85-A52721DDF501}" presName="level2Shape" presStyleLbl="node2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016A4510-FC54-4956-9352-16B1F77D7500}" type="pres">
      <dgm:prSet presAssocID="{069A4379-F19B-4376-8B85-A52721DDF501}" presName="hierChild3" presStyleCnt="0"/>
      <dgm:spPr bwMode="auto"/>
    </dgm:pt>
    <dgm:pt modelId="{4D695F96-EDE8-4EEA-90A3-9BAFA1EF0AB4}" type="pres">
      <dgm:prSet presAssocID="{F54414F1-B97B-4491-AEE4-5DA01EEB84DA}" presName="Name25" presStyleLbl="parChTrans1D3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5F004126-FC61-4B3F-9885-A8FF5D7C8C11}" type="pres">
      <dgm:prSet presAssocID="{F54414F1-B97B-4491-AEE4-5DA01EEB84DA}" presName="connTx" presStyleLbl="parChTrans1D3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A9D9307A-36A1-4178-884B-61EDA1A0882C}" type="pres">
      <dgm:prSet presAssocID="{B9441DF5-9072-49AC-B38A-50904D780A73}" presName="Name30" presStyleCnt="0"/>
      <dgm:spPr bwMode="auto"/>
    </dgm:pt>
    <dgm:pt modelId="{CCAC3CBC-6AA1-4CA2-96C5-F2CF58BDF196}" type="pres">
      <dgm:prSet presAssocID="{B9441DF5-9072-49AC-B38A-50904D780A73}" presName="level2Shape" presStyleLbl="node3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38619190-E4BE-4D94-9F7F-FCED4EF68F8A}" type="pres">
      <dgm:prSet presAssocID="{B9441DF5-9072-49AC-B38A-50904D780A73}" presName="hierChild3" presStyleCnt="0"/>
      <dgm:spPr bwMode="auto"/>
    </dgm:pt>
    <dgm:pt modelId="{52F4BE61-C190-4D01-9459-B9AF75DA62B8}" type="pres">
      <dgm:prSet presAssocID="{13A21E53-EE62-47E9-9A11-516E0E3502E5}" presName="bgShapesFlow" presStyleCnt="0"/>
      <dgm:spPr bwMode="auto"/>
    </dgm:pt>
  </dgm:ptLst>
  <dgm:cxnLst>
    <dgm:cxn modelId="{4559B9BE-126F-4640-B638-BB0AA3FB241D}" type="presOf" srcId="{102CA4FC-E0D6-4E95-96F2-330E4BE2DBA1}" destId="{EBB302BD-9011-43A9-9E42-1C7ED8DEC70C}" srcOrd="0" destOrd="0" presId="urn:microsoft.com/office/officeart/2005/8/layout/hierarchy5"/>
    <dgm:cxn modelId="{3BFC09BF-E5D0-4E5C-967C-703B0230910D}" srcId="{D6D4A230-43F1-4447-83B4-674923E86D08}" destId="{ACD0C153-54DD-4156-9376-ABD8E7E95194}" srcOrd="0" destOrd="0" parTransId="{ECAD6AC0-1649-4D13-B347-B127624E1907}" sibTransId="{5526609B-3D3D-40A8-A78A-183FCDEE0CFB}"/>
    <dgm:cxn modelId="{174DB57B-FEC1-4020-BE03-18AFC82CBF16}" srcId="{069A4379-F19B-4376-8B85-A52721DDF501}" destId="{B9441DF5-9072-49AC-B38A-50904D780A73}" srcOrd="0" destOrd="0" parTransId="{F54414F1-B97B-4491-AEE4-5DA01EEB84DA}" sibTransId="{FBB3E990-4378-41E3-B78C-9AED1156939C}"/>
    <dgm:cxn modelId="{337A69AB-1DCC-4191-AC2A-F080F4EA554C}" type="presOf" srcId="{5768CA50-F763-4FF4-AC16-D8DF42E633E1}" destId="{9FD5FF93-FD38-444E-8F3E-2D92691D9A1F}" srcOrd="0" destOrd="0" presId="urn:microsoft.com/office/officeart/2005/8/layout/hierarchy5"/>
    <dgm:cxn modelId="{DB13E420-06C0-4C0F-B359-B3E3071CEB37}" type="presOf" srcId="{993DE81E-EDF4-43EA-BE9D-F522F9B54D20}" destId="{EFF7F766-3F33-47E5-B219-97A1F5B56C07}" srcOrd="1" destOrd="0" presId="urn:microsoft.com/office/officeart/2005/8/layout/hierarchy5"/>
    <dgm:cxn modelId="{D28B93A0-8E8D-44A4-928A-421700C140E5}" srcId="{A39757A8-1B53-44B9-9EB3-516BE51CEF76}" destId="{72637119-4985-4DCA-BFA9-79DF38903D04}" srcOrd="0" destOrd="0" parTransId="{58FD52E1-E1D0-4566-9D19-673A44FC029C}" sibTransId="{54E4E2A8-2931-406D-8A32-8446D27E2303}"/>
    <dgm:cxn modelId="{7DA38BCF-C850-4E99-AA47-99CFEB8382CF}" type="presOf" srcId="{102CA4FC-E0D6-4E95-96F2-330E4BE2DBA1}" destId="{F08C45F6-C862-4DB3-B250-12CA8D8AA404}" srcOrd="1" destOrd="0" presId="urn:microsoft.com/office/officeart/2005/8/layout/hierarchy5"/>
    <dgm:cxn modelId="{3C6612C1-0362-45CB-947E-3F6A5E2A3162}" type="presOf" srcId="{13A21E53-EE62-47E9-9A11-516E0E3502E5}" destId="{2B1924D4-14F0-43F4-96BF-3BA475BAF096}" srcOrd="0" destOrd="0" presId="urn:microsoft.com/office/officeart/2005/8/layout/hierarchy5"/>
    <dgm:cxn modelId="{798D4767-1337-4FFC-B184-6AD35676FBC1}" type="presOf" srcId="{F54414F1-B97B-4491-AEE4-5DA01EEB84DA}" destId="{5F004126-FC61-4B3F-9885-A8FF5D7C8C11}" srcOrd="1" destOrd="0" presId="urn:microsoft.com/office/officeart/2005/8/layout/hierarchy5"/>
    <dgm:cxn modelId="{843A1B09-D70A-4F26-AC2E-52658A608E46}" type="presOf" srcId="{A39757A8-1B53-44B9-9EB3-516BE51CEF76}" destId="{FFCF5FFD-6354-4A69-A19B-0BF9A65EAF65}" srcOrd="0" destOrd="0" presId="urn:microsoft.com/office/officeart/2005/8/layout/hierarchy5"/>
    <dgm:cxn modelId="{722CB634-F37A-4ECC-8027-251D101B2A5A}" type="presOf" srcId="{F54414F1-B97B-4491-AEE4-5DA01EEB84DA}" destId="{4D695F96-EDE8-4EEA-90A3-9BAFA1EF0AB4}" srcOrd="0" destOrd="0" presId="urn:microsoft.com/office/officeart/2005/8/layout/hierarchy5"/>
    <dgm:cxn modelId="{5F61F5C3-09BE-4A9A-91A5-048F72DD742A}" type="presOf" srcId="{FFCAF937-FE8E-476D-B93A-7F5A248F0E29}" destId="{0AEB7DE8-713E-4F91-A93A-CEDE18B7CD12}" srcOrd="0" destOrd="0" presId="urn:microsoft.com/office/officeart/2005/8/layout/hierarchy5"/>
    <dgm:cxn modelId="{8DF2B6EB-AD2B-410A-A49A-A9A07A8CC465}" type="presOf" srcId="{58FD52E1-E1D0-4566-9D19-673A44FC029C}" destId="{E92F45BF-B576-41F1-BBC7-1EBAA8FE4117}" srcOrd="0" destOrd="0" presId="urn:microsoft.com/office/officeart/2005/8/layout/hierarchy5"/>
    <dgm:cxn modelId="{3C894064-A40B-42A9-91E5-B5C477355617}" type="presOf" srcId="{08FB65C1-97D2-4512-83D4-8F9A005D17E3}" destId="{D110AB71-D487-4D6F-B45A-E08618541E3A}" srcOrd="0" destOrd="0" presId="urn:microsoft.com/office/officeart/2005/8/layout/hierarchy5"/>
    <dgm:cxn modelId="{31A33A14-1FA9-4CDC-9EAC-F479DD47F15B}" type="presOf" srcId="{B9441DF5-9072-49AC-B38A-50904D780A73}" destId="{CCAC3CBC-6AA1-4CA2-96C5-F2CF58BDF196}" srcOrd="0" destOrd="0" presId="urn:microsoft.com/office/officeart/2005/8/layout/hierarchy5"/>
    <dgm:cxn modelId="{ED9349C1-B780-4016-B507-9D388E62668F}" type="presOf" srcId="{B58B22FB-628A-4B36-90C0-001ADC583265}" destId="{C1ED3B4E-FDF9-4F97-A170-20D83CB34D10}" srcOrd="0" destOrd="0" presId="urn:microsoft.com/office/officeart/2005/8/layout/hierarchy5"/>
    <dgm:cxn modelId="{6594665C-5D03-4D91-802C-D7083A818278}" srcId="{C23EFD5D-C43E-4067-97CC-B91703A34A9A}" destId="{FFCAF937-FE8E-476D-B93A-7F5A248F0E29}" srcOrd="0" destOrd="0" parTransId="{4226B1E6-AAD7-47F6-A8A3-D5907E4F3700}" sibTransId="{97525231-71B2-47A4-BD90-C185A3208C71}"/>
    <dgm:cxn modelId="{8B235EFB-BC25-4DCB-892F-3BBA2D29007E}" type="presOf" srcId="{4226B1E6-AAD7-47F6-A8A3-D5907E4F3700}" destId="{46BA9BE7-A980-4E92-AC2A-2667782EF6D2}" srcOrd="0" destOrd="0" presId="urn:microsoft.com/office/officeart/2005/8/layout/hierarchy5"/>
    <dgm:cxn modelId="{6ACF7CAA-E136-414F-81B7-16266871702D}" type="presOf" srcId="{D6D4A230-43F1-4447-83B4-674923E86D08}" destId="{CB376873-F8E9-487D-B041-A5E1319C99C8}" srcOrd="0" destOrd="0" presId="urn:microsoft.com/office/officeart/2005/8/layout/hierarchy5"/>
    <dgm:cxn modelId="{8F50EA63-2C9C-423A-8A74-ACCB2E454988}" type="presOf" srcId="{ECAD6AC0-1649-4D13-B347-B127624E1907}" destId="{198CCD59-7A6C-418C-8CA4-D4617299CB5E}" srcOrd="1" destOrd="0" presId="urn:microsoft.com/office/officeart/2005/8/layout/hierarchy5"/>
    <dgm:cxn modelId="{C724C202-18AF-4133-B0CA-DC9EB668F53B}" type="presOf" srcId="{08FB65C1-97D2-4512-83D4-8F9A005D17E3}" destId="{A593A555-0283-4CF0-A9AB-C5B868A8D77F}" srcOrd="1" destOrd="0" presId="urn:microsoft.com/office/officeart/2005/8/layout/hierarchy5"/>
    <dgm:cxn modelId="{2D29841B-A728-494F-B9AE-F839A1939111}" type="presOf" srcId="{ECAD6AC0-1649-4D13-B347-B127624E1907}" destId="{A082BAE6-B268-4607-8AD5-D920DB303684}" srcOrd="0" destOrd="0" presId="urn:microsoft.com/office/officeart/2005/8/layout/hierarchy5"/>
    <dgm:cxn modelId="{6877AC29-BBE7-46CC-B62B-0DB095DB6BDC}" type="presOf" srcId="{C23EFD5D-C43E-4067-97CC-B91703A34A9A}" destId="{51A33E27-7BCF-469F-A95A-599EC75544E9}" srcOrd="0" destOrd="0" presId="urn:microsoft.com/office/officeart/2005/8/layout/hierarchy5"/>
    <dgm:cxn modelId="{5DC62323-5110-4951-B7BB-49AAFAD4F443}" srcId="{5768CA50-F763-4FF4-AC16-D8DF42E633E1}" destId="{069A4379-F19B-4376-8B85-A52721DDF501}" srcOrd="3" destOrd="0" parTransId="{102CA4FC-E0D6-4E95-96F2-330E4BE2DBA1}" sibTransId="{5ED810BD-C63F-478D-BF8A-F87C183245F3}"/>
    <dgm:cxn modelId="{7011D9DA-A42F-4790-AC9A-D539112301AC}" srcId="{5768CA50-F763-4FF4-AC16-D8DF42E633E1}" destId="{C23EFD5D-C43E-4067-97CC-B91703A34A9A}" srcOrd="1" destOrd="0" parTransId="{08FB65C1-97D2-4512-83D4-8F9A005D17E3}" sibTransId="{27DD9828-01E8-43FA-A092-8D0C9E7BBFEB}"/>
    <dgm:cxn modelId="{0EE8F8B7-69B7-4D3E-B445-CD42CB7A6ED7}" srcId="{5768CA50-F763-4FF4-AC16-D8DF42E633E1}" destId="{A39757A8-1B53-44B9-9EB3-516BE51CEF76}" srcOrd="2" destOrd="0" parTransId="{B58B22FB-628A-4B36-90C0-001ADC583265}" sibTransId="{776E9E2E-06C3-4A1A-B356-AF5104FA3305}"/>
    <dgm:cxn modelId="{CEF168D2-EBDA-4DC5-98EE-A43E65C1A5DF}" type="presOf" srcId="{4226B1E6-AAD7-47F6-A8A3-D5907E4F3700}" destId="{87364929-671D-4392-B4A2-DDF4036B4324}" srcOrd="1" destOrd="0" presId="urn:microsoft.com/office/officeart/2005/8/layout/hierarchy5"/>
    <dgm:cxn modelId="{904420C1-59EF-4F0F-BFFB-D13ADEE0236D}" type="presOf" srcId="{B58B22FB-628A-4B36-90C0-001ADC583265}" destId="{0899A6BF-30C7-464B-9081-658E494152EE}" srcOrd="1" destOrd="0" presId="urn:microsoft.com/office/officeart/2005/8/layout/hierarchy5"/>
    <dgm:cxn modelId="{198CEB7C-654F-4686-A637-70FCA7C093D4}" type="presOf" srcId="{ACD0C153-54DD-4156-9376-ABD8E7E95194}" destId="{BC0E4669-65B8-48F9-91AA-316741E67B39}" srcOrd="0" destOrd="0" presId="urn:microsoft.com/office/officeart/2005/8/layout/hierarchy5"/>
    <dgm:cxn modelId="{4D1B2A35-69B8-42F5-AF32-1EA18BF82582}" type="presOf" srcId="{069A4379-F19B-4376-8B85-A52721DDF501}" destId="{02271632-B811-4E56-9851-61493D8CDD5D}" srcOrd="0" destOrd="0" presId="urn:microsoft.com/office/officeart/2005/8/layout/hierarchy5"/>
    <dgm:cxn modelId="{57240A44-EE71-454F-BF19-39E90DB9E7D6}" type="presOf" srcId="{993DE81E-EDF4-43EA-BE9D-F522F9B54D20}" destId="{0DF6AC15-1E40-4E3D-87FB-EB4F329E5C92}" srcOrd="0" destOrd="0" presId="urn:microsoft.com/office/officeart/2005/8/layout/hierarchy5"/>
    <dgm:cxn modelId="{59BF09CA-BA95-45CE-999A-4A2DB7CC9D71}" type="presOf" srcId="{58FD52E1-E1D0-4566-9D19-673A44FC029C}" destId="{6831C147-C306-4812-A09C-31AEFF21DA2A}" srcOrd="1" destOrd="0" presId="urn:microsoft.com/office/officeart/2005/8/layout/hierarchy5"/>
    <dgm:cxn modelId="{A8764236-7688-4401-9539-4DEC33EE3659}" srcId="{13A21E53-EE62-47E9-9A11-516E0E3502E5}" destId="{5768CA50-F763-4FF4-AC16-D8DF42E633E1}" srcOrd="0" destOrd="0" parTransId="{C062ACDA-4D72-428C-97D3-447747D0E916}" sibTransId="{020843EC-ABA6-4CD5-869C-EDDBF5C1F7AD}"/>
    <dgm:cxn modelId="{3E300144-E854-4CD1-8DDE-6AE49652D39B}" type="presOf" srcId="{72637119-4985-4DCA-BFA9-79DF38903D04}" destId="{8C6A4980-1676-4F0D-9807-E2716AA63EDA}" srcOrd="0" destOrd="0" presId="urn:microsoft.com/office/officeart/2005/8/layout/hierarchy5"/>
    <dgm:cxn modelId="{865A5184-C80F-4FCA-8A7D-B2D423ACDED0}" srcId="{5768CA50-F763-4FF4-AC16-D8DF42E633E1}" destId="{D6D4A230-43F1-4447-83B4-674923E86D08}" srcOrd="0" destOrd="0" parTransId="{993DE81E-EDF4-43EA-BE9D-F522F9B54D20}" sibTransId="{DED84FD2-9398-4EDC-BAC3-8A0E80D10B3F}"/>
    <dgm:cxn modelId="{93EDC4B3-F570-45F7-906C-DDB4D44AA78D}" type="presParOf" srcId="{2B1924D4-14F0-43F4-96BF-3BA475BAF096}" destId="{ED379F62-915D-4768-9519-5193A56D2757}" srcOrd="0" destOrd="0" presId="urn:microsoft.com/office/officeart/2005/8/layout/hierarchy5"/>
    <dgm:cxn modelId="{50C613D3-835A-4282-BF94-BC3D44F3FA69}" type="presParOf" srcId="{ED379F62-915D-4768-9519-5193A56D2757}" destId="{EFBDC606-85B3-486A-8AD0-C9BF426827F5}" srcOrd="0" destOrd="0" presId="urn:microsoft.com/office/officeart/2005/8/layout/hierarchy5"/>
    <dgm:cxn modelId="{B7B18AD1-38CB-4376-B7FE-2563ED72D17A}" type="presParOf" srcId="{EFBDC606-85B3-486A-8AD0-C9BF426827F5}" destId="{048F51C1-CFF9-41A1-A033-577397E38E3C}" srcOrd="0" destOrd="0" presId="urn:microsoft.com/office/officeart/2005/8/layout/hierarchy5"/>
    <dgm:cxn modelId="{95BBC1E7-7D42-4F46-A19A-036F7371C55E}" type="presParOf" srcId="{048F51C1-CFF9-41A1-A033-577397E38E3C}" destId="{9FD5FF93-FD38-444E-8F3E-2D92691D9A1F}" srcOrd="0" destOrd="0" presId="urn:microsoft.com/office/officeart/2005/8/layout/hierarchy5"/>
    <dgm:cxn modelId="{32C5599D-2CEE-46EB-B9FF-A13E980576BF}" type="presParOf" srcId="{048F51C1-CFF9-41A1-A033-577397E38E3C}" destId="{0CDFEADE-000B-4938-8A96-C007620D83B4}" srcOrd="1" destOrd="0" presId="urn:microsoft.com/office/officeart/2005/8/layout/hierarchy5"/>
    <dgm:cxn modelId="{4FEA6A71-5D3A-488C-ABE2-E2C0FAED6461}" type="presParOf" srcId="{0CDFEADE-000B-4938-8A96-C007620D83B4}" destId="{0DF6AC15-1E40-4E3D-87FB-EB4F329E5C92}" srcOrd="0" destOrd="0" presId="urn:microsoft.com/office/officeart/2005/8/layout/hierarchy5"/>
    <dgm:cxn modelId="{EE1B2712-710D-4198-8B98-96D60B7DB6A1}" type="presParOf" srcId="{0DF6AC15-1E40-4E3D-87FB-EB4F329E5C92}" destId="{EFF7F766-3F33-47E5-B219-97A1F5B56C07}" srcOrd="0" destOrd="0" presId="urn:microsoft.com/office/officeart/2005/8/layout/hierarchy5"/>
    <dgm:cxn modelId="{A6BF580E-BAEB-4E91-A395-72CBBFDA232D}" type="presParOf" srcId="{0CDFEADE-000B-4938-8A96-C007620D83B4}" destId="{31F026F1-B156-4095-9260-B5F97987FD47}" srcOrd="1" destOrd="0" presId="urn:microsoft.com/office/officeart/2005/8/layout/hierarchy5"/>
    <dgm:cxn modelId="{84F4ACB7-2406-4F02-934A-9FB71E3741C1}" type="presParOf" srcId="{31F026F1-B156-4095-9260-B5F97987FD47}" destId="{CB376873-F8E9-487D-B041-A5E1319C99C8}" srcOrd="0" destOrd="0" presId="urn:microsoft.com/office/officeart/2005/8/layout/hierarchy5"/>
    <dgm:cxn modelId="{EEC1DB35-E184-4FAB-8F14-6ABE9E47FB00}" type="presParOf" srcId="{31F026F1-B156-4095-9260-B5F97987FD47}" destId="{2BAC8944-51C8-4DC3-B602-F256AE876C42}" srcOrd="1" destOrd="0" presId="urn:microsoft.com/office/officeart/2005/8/layout/hierarchy5"/>
    <dgm:cxn modelId="{D260CDCD-C753-48C3-B2DC-20BC127AAED1}" type="presParOf" srcId="{2BAC8944-51C8-4DC3-B602-F256AE876C42}" destId="{A082BAE6-B268-4607-8AD5-D920DB303684}" srcOrd="0" destOrd="0" presId="urn:microsoft.com/office/officeart/2005/8/layout/hierarchy5"/>
    <dgm:cxn modelId="{4F85624D-AFB5-4A54-B27B-0611D067F139}" type="presParOf" srcId="{A082BAE6-B268-4607-8AD5-D920DB303684}" destId="{198CCD59-7A6C-418C-8CA4-D4617299CB5E}" srcOrd="0" destOrd="0" presId="urn:microsoft.com/office/officeart/2005/8/layout/hierarchy5"/>
    <dgm:cxn modelId="{83F094E9-C397-4190-BFB8-BDFA6DC8D99F}" type="presParOf" srcId="{2BAC8944-51C8-4DC3-B602-F256AE876C42}" destId="{00D705CC-2694-4608-BD74-8BFB78EBE1AC}" srcOrd="1" destOrd="0" presId="urn:microsoft.com/office/officeart/2005/8/layout/hierarchy5"/>
    <dgm:cxn modelId="{9878C6CA-1DD3-4462-87EC-28874BD64FD1}" type="presParOf" srcId="{00D705CC-2694-4608-BD74-8BFB78EBE1AC}" destId="{BC0E4669-65B8-48F9-91AA-316741E67B39}" srcOrd="0" destOrd="0" presId="urn:microsoft.com/office/officeart/2005/8/layout/hierarchy5"/>
    <dgm:cxn modelId="{B49E9EF4-D302-420D-A26C-0A1ED6272D63}" type="presParOf" srcId="{00D705CC-2694-4608-BD74-8BFB78EBE1AC}" destId="{E499EF5E-AEA5-4986-B7A7-0DB777D1CC2D}" srcOrd="1" destOrd="0" presId="urn:microsoft.com/office/officeart/2005/8/layout/hierarchy5"/>
    <dgm:cxn modelId="{736FE979-47D4-4365-A222-5AB66F0253CE}" type="presParOf" srcId="{0CDFEADE-000B-4938-8A96-C007620D83B4}" destId="{D110AB71-D487-4D6F-B45A-E08618541E3A}" srcOrd="2" destOrd="0" presId="urn:microsoft.com/office/officeart/2005/8/layout/hierarchy5"/>
    <dgm:cxn modelId="{5482B71A-10F2-4872-B9F3-3480FD9FC8DB}" type="presParOf" srcId="{D110AB71-D487-4D6F-B45A-E08618541E3A}" destId="{A593A555-0283-4CF0-A9AB-C5B868A8D77F}" srcOrd="0" destOrd="0" presId="urn:microsoft.com/office/officeart/2005/8/layout/hierarchy5"/>
    <dgm:cxn modelId="{7D9C9685-4D3D-47D3-827D-FD621151D736}" type="presParOf" srcId="{0CDFEADE-000B-4938-8A96-C007620D83B4}" destId="{BFC45CC3-4077-4D1E-945E-DE8F1BD787DE}" srcOrd="3" destOrd="0" presId="urn:microsoft.com/office/officeart/2005/8/layout/hierarchy5"/>
    <dgm:cxn modelId="{4C69367E-8E99-4245-B3DB-86E807E129D7}" type="presParOf" srcId="{BFC45CC3-4077-4D1E-945E-DE8F1BD787DE}" destId="{51A33E27-7BCF-469F-A95A-599EC75544E9}" srcOrd="0" destOrd="0" presId="urn:microsoft.com/office/officeart/2005/8/layout/hierarchy5"/>
    <dgm:cxn modelId="{2AECB71C-3CE4-44C7-B547-F058AFBA0F2E}" type="presParOf" srcId="{BFC45CC3-4077-4D1E-945E-DE8F1BD787DE}" destId="{52F7887D-7CC3-4FEA-9353-96BD243B191F}" srcOrd="1" destOrd="0" presId="urn:microsoft.com/office/officeart/2005/8/layout/hierarchy5"/>
    <dgm:cxn modelId="{9D1CC23F-554C-4E34-A236-E14A9F1AA1B4}" type="presParOf" srcId="{52F7887D-7CC3-4FEA-9353-96BD243B191F}" destId="{46BA9BE7-A980-4E92-AC2A-2667782EF6D2}" srcOrd="0" destOrd="0" presId="urn:microsoft.com/office/officeart/2005/8/layout/hierarchy5"/>
    <dgm:cxn modelId="{00F58EC8-0F44-4E5A-A60F-1B772405A6E3}" type="presParOf" srcId="{46BA9BE7-A980-4E92-AC2A-2667782EF6D2}" destId="{87364929-671D-4392-B4A2-DDF4036B4324}" srcOrd="0" destOrd="0" presId="urn:microsoft.com/office/officeart/2005/8/layout/hierarchy5"/>
    <dgm:cxn modelId="{17FDD4C6-6C20-41DF-961A-51C0F55ED649}" type="presParOf" srcId="{52F7887D-7CC3-4FEA-9353-96BD243B191F}" destId="{F137C6E9-8CA5-4559-B245-82388DD0ADB8}" srcOrd="1" destOrd="0" presId="urn:microsoft.com/office/officeart/2005/8/layout/hierarchy5"/>
    <dgm:cxn modelId="{C11C73C0-551B-43B9-B2F5-0D90DF0321CF}" type="presParOf" srcId="{F137C6E9-8CA5-4559-B245-82388DD0ADB8}" destId="{0AEB7DE8-713E-4F91-A93A-CEDE18B7CD12}" srcOrd="0" destOrd="0" presId="urn:microsoft.com/office/officeart/2005/8/layout/hierarchy5"/>
    <dgm:cxn modelId="{3217760D-CB1F-4A1C-B8E4-874EACE66068}" type="presParOf" srcId="{F137C6E9-8CA5-4559-B245-82388DD0ADB8}" destId="{A9F4B5F3-355C-4CB2-8412-6E90CACF3ADC}" srcOrd="1" destOrd="0" presId="urn:microsoft.com/office/officeart/2005/8/layout/hierarchy5"/>
    <dgm:cxn modelId="{67E640DB-D0C4-4EFA-A624-17B728B1EB30}" type="presParOf" srcId="{0CDFEADE-000B-4938-8A96-C007620D83B4}" destId="{C1ED3B4E-FDF9-4F97-A170-20D83CB34D10}" srcOrd="4" destOrd="0" presId="urn:microsoft.com/office/officeart/2005/8/layout/hierarchy5"/>
    <dgm:cxn modelId="{EE8720DA-1DDC-47EF-8D45-2BEEE88C721B}" type="presParOf" srcId="{C1ED3B4E-FDF9-4F97-A170-20D83CB34D10}" destId="{0899A6BF-30C7-464B-9081-658E494152EE}" srcOrd="0" destOrd="0" presId="urn:microsoft.com/office/officeart/2005/8/layout/hierarchy5"/>
    <dgm:cxn modelId="{943447C4-EA92-4CF1-A89A-ACC0F6215EDF}" type="presParOf" srcId="{0CDFEADE-000B-4938-8A96-C007620D83B4}" destId="{D967DF7E-1DCD-41DB-AF4C-78117B5CE797}" srcOrd="5" destOrd="0" presId="urn:microsoft.com/office/officeart/2005/8/layout/hierarchy5"/>
    <dgm:cxn modelId="{06C7E7D2-AE48-418F-A5EC-8F42014C3567}" type="presParOf" srcId="{D967DF7E-1DCD-41DB-AF4C-78117B5CE797}" destId="{FFCF5FFD-6354-4A69-A19B-0BF9A65EAF65}" srcOrd="0" destOrd="0" presId="urn:microsoft.com/office/officeart/2005/8/layout/hierarchy5"/>
    <dgm:cxn modelId="{1243A348-AEFF-4271-BFE4-5FF71678CA11}" type="presParOf" srcId="{D967DF7E-1DCD-41DB-AF4C-78117B5CE797}" destId="{52E33FDD-29FA-4661-A7AC-5AB9D1238E72}" srcOrd="1" destOrd="0" presId="urn:microsoft.com/office/officeart/2005/8/layout/hierarchy5"/>
    <dgm:cxn modelId="{90A1932B-C665-47AC-8FA5-42496229AB93}" type="presParOf" srcId="{52E33FDD-29FA-4661-A7AC-5AB9D1238E72}" destId="{E92F45BF-B576-41F1-BBC7-1EBAA8FE4117}" srcOrd="0" destOrd="0" presId="urn:microsoft.com/office/officeart/2005/8/layout/hierarchy5"/>
    <dgm:cxn modelId="{FDC8BCAA-7AC8-4E9E-9BD3-018C6BA2677C}" type="presParOf" srcId="{E92F45BF-B576-41F1-BBC7-1EBAA8FE4117}" destId="{6831C147-C306-4812-A09C-31AEFF21DA2A}" srcOrd="0" destOrd="0" presId="urn:microsoft.com/office/officeart/2005/8/layout/hierarchy5"/>
    <dgm:cxn modelId="{DB7D0E56-0CC3-4A23-B8C0-76E6C4F50083}" type="presParOf" srcId="{52E33FDD-29FA-4661-A7AC-5AB9D1238E72}" destId="{7A8BF6BC-777B-4B43-831F-55A9853CF26E}" srcOrd="1" destOrd="0" presId="urn:microsoft.com/office/officeart/2005/8/layout/hierarchy5"/>
    <dgm:cxn modelId="{6296592C-5514-4F3B-9021-D0A54B9911CE}" type="presParOf" srcId="{7A8BF6BC-777B-4B43-831F-55A9853CF26E}" destId="{8C6A4980-1676-4F0D-9807-E2716AA63EDA}" srcOrd="0" destOrd="0" presId="urn:microsoft.com/office/officeart/2005/8/layout/hierarchy5"/>
    <dgm:cxn modelId="{3DD79B44-4393-4F42-A88C-012ED37A3B3D}" type="presParOf" srcId="{7A8BF6BC-777B-4B43-831F-55A9853CF26E}" destId="{CC0B4543-7200-4BC2-965C-A95D60D3F012}" srcOrd="1" destOrd="0" presId="urn:microsoft.com/office/officeart/2005/8/layout/hierarchy5"/>
    <dgm:cxn modelId="{708951E2-64C2-4CFF-8FE1-5B42CE3B92E2}" type="presParOf" srcId="{0CDFEADE-000B-4938-8A96-C007620D83B4}" destId="{EBB302BD-9011-43A9-9E42-1C7ED8DEC70C}" srcOrd="6" destOrd="0" presId="urn:microsoft.com/office/officeart/2005/8/layout/hierarchy5"/>
    <dgm:cxn modelId="{8E08855E-C5A9-4F7D-85A3-14CE37D31CFE}" type="presParOf" srcId="{EBB302BD-9011-43A9-9E42-1C7ED8DEC70C}" destId="{F08C45F6-C862-4DB3-B250-12CA8D8AA404}" srcOrd="0" destOrd="0" presId="urn:microsoft.com/office/officeart/2005/8/layout/hierarchy5"/>
    <dgm:cxn modelId="{D97D973B-AB35-4F3B-B048-C749A6D10CE0}" type="presParOf" srcId="{0CDFEADE-000B-4938-8A96-C007620D83B4}" destId="{98900B41-132C-497D-93CD-8C6B6F575EDD}" srcOrd="7" destOrd="0" presId="urn:microsoft.com/office/officeart/2005/8/layout/hierarchy5"/>
    <dgm:cxn modelId="{33A7749C-BA96-4419-9876-6AC0642D95FC}" type="presParOf" srcId="{98900B41-132C-497D-93CD-8C6B6F575EDD}" destId="{02271632-B811-4E56-9851-61493D8CDD5D}" srcOrd="0" destOrd="0" presId="urn:microsoft.com/office/officeart/2005/8/layout/hierarchy5"/>
    <dgm:cxn modelId="{79BB7D39-9BF9-4837-9478-99619E625208}" type="presParOf" srcId="{98900B41-132C-497D-93CD-8C6B6F575EDD}" destId="{016A4510-FC54-4956-9352-16B1F77D7500}" srcOrd="1" destOrd="0" presId="urn:microsoft.com/office/officeart/2005/8/layout/hierarchy5"/>
    <dgm:cxn modelId="{FD8D72F8-B9FF-472D-9163-5EC230BCF4D0}" type="presParOf" srcId="{016A4510-FC54-4956-9352-16B1F77D7500}" destId="{4D695F96-EDE8-4EEA-90A3-9BAFA1EF0AB4}" srcOrd="0" destOrd="0" presId="urn:microsoft.com/office/officeart/2005/8/layout/hierarchy5"/>
    <dgm:cxn modelId="{5C62893F-30C7-45E3-8385-93CC6FFDC46B}" type="presParOf" srcId="{4D695F96-EDE8-4EEA-90A3-9BAFA1EF0AB4}" destId="{5F004126-FC61-4B3F-9885-A8FF5D7C8C11}" srcOrd="0" destOrd="0" presId="urn:microsoft.com/office/officeart/2005/8/layout/hierarchy5"/>
    <dgm:cxn modelId="{7AC4599C-FC52-4ACC-A31F-9C2B2D98192D}" type="presParOf" srcId="{016A4510-FC54-4956-9352-16B1F77D7500}" destId="{A9D9307A-36A1-4178-884B-61EDA1A0882C}" srcOrd="1" destOrd="0" presId="urn:microsoft.com/office/officeart/2005/8/layout/hierarchy5"/>
    <dgm:cxn modelId="{42A004D9-6CF9-4FE9-B89F-8EA455A52C98}" type="presParOf" srcId="{A9D9307A-36A1-4178-884B-61EDA1A0882C}" destId="{CCAC3CBC-6AA1-4CA2-96C5-F2CF58BDF196}" srcOrd="0" destOrd="0" presId="urn:microsoft.com/office/officeart/2005/8/layout/hierarchy5"/>
    <dgm:cxn modelId="{78FFF2CE-887C-4A3A-A7E1-5EF0902B9AAC}" type="presParOf" srcId="{A9D9307A-36A1-4178-884B-61EDA1A0882C}" destId="{38619190-E4BE-4D94-9F7F-FCED4EF68F8A}" srcOrd="1" destOrd="0" presId="urn:microsoft.com/office/officeart/2005/8/layout/hierarchy5"/>
    <dgm:cxn modelId="{CEF71358-9CAE-4FFC-85C3-833C8D1FC312}" type="presParOf" srcId="{2B1924D4-14F0-43F4-96BF-3BA475BAF096}" destId="{52F4BE61-C190-4D01-9459-B9AF75DA62B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ACCA14DA-5E3C-4A7B-B955-98AAD1590E25}" type="doc">
      <dgm:prSet loTypeId="urn:microsoft.com/office/officeart/2005/8/layout/hList2" loCatId="list" qsTypeId="urn:microsoft.com/office/officeart/2005/8/quickstyle/simple1" qsCatId="simple" csTypeId="urn:microsoft.com/office/officeart/2005/8/colors/accent3_1" csCatId="accent3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D11B8006-D794-4CBB-9F66-932D73284E52}">
      <dgm:prSet phldrT="[Текст]" custT="1"/>
      <dgm:spPr bwMode="auto"/>
      <dgm:t>
        <a:bodyPr/>
        <a:lstStyle/>
        <a:p>
          <a:pPr algn="r">
            <a:defRPr/>
          </a:pPr>
          <a:r>
            <a:rPr lang="ru-RU" sz="3200" b="1"/>
            <a:t>Домашнее задание</a:t>
          </a:r>
          <a:endParaRPr lang="ru-RU" sz="3200" b="1"/>
        </a:p>
      </dgm:t>
    </dgm:pt>
    <dgm:pt modelId="{0F9BBBFA-C0BF-4EE3-85DC-DE89DCAAE645}" type="parTrans" cxnId="{028A5D0D-CBF6-4D80-8B0D-4EA99459085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6421B24-9BF8-4FB5-A70D-92873DEF1636}" type="sibTrans" cxnId="{028A5D0D-CBF6-4D80-8B0D-4EA99459085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A5F7853-22B8-4358-B7A2-7804CC029A66}">
      <dgm:prSet phldrT="[Текст]" custT="1"/>
      <dgm:spPr bwMode="auto"/>
      <dgm:t>
        <a:bodyPr/>
        <a:lstStyle/>
        <a:p>
          <a:pPr>
            <a:defRPr/>
          </a:pPr>
          <a:r>
            <a:rPr lang="ru-RU" sz="3600" b="1"/>
            <a:t>Конспект по теме 3</a:t>
          </a:r>
          <a:endParaRPr lang="ru-RU" sz="3600" b="0"/>
        </a:p>
      </dgm:t>
    </dgm:pt>
    <dgm:pt modelId="{9DE6E78C-B8B0-49BD-9F55-3D80831BE028}" type="parTrans" cxnId="{CC6FAA5C-37F9-4B56-AD64-1CF3814726B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3FB31D3-E905-4846-8147-24587E978A41}" type="sibTrans" cxnId="{CC6FAA5C-37F9-4B56-AD64-1CF3814726B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760E807-1579-494A-8978-2ABB5BC62302}">
      <dgm:prSet phldrT="[Текст]" custT="1"/>
      <dgm:spPr bwMode="auto"/>
      <dgm:t>
        <a:bodyPr/>
        <a:lstStyle/>
        <a:p>
          <a:pPr>
            <a:defRPr/>
          </a:pPr>
          <a:r>
            <a:rPr lang="ru-RU" sz="3600" b="1">
              <a:solidFill>
                <a:schemeClr val="tx1"/>
              </a:solidFill>
            </a:rPr>
            <a:t>Заполнить таблицу «Сравнение типов производства»</a:t>
          </a:r>
          <a:endParaRPr lang="ru-RU" sz="3600" b="0">
            <a:solidFill>
              <a:schemeClr val="tx1"/>
            </a:solidFill>
          </a:endParaRPr>
        </a:p>
      </dgm:t>
    </dgm:pt>
    <dgm:pt modelId="{14FB1899-D2FF-4BB3-B5A1-99B6292619EE}" type="parTrans" cxnId="{E5843FAA-4DF3-42F8-B55F-11F1894F525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9F6DFD9-553C-4529-B6F3-F42F35518EC5}" type="sibTrans" cxnId="{E5843FAA-4DF3-42F8-B55F-11F1894F525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80EE2E5-F4F7-4695-8B62-FFAA2DC80EDE}">
      <dgm:prSet phldrT="[Текст]" custT="1"/>
      <dgm:spPr bwMode="auto"/>
      <dgm:t>
        <a:bodyPr/>
        <a:lstStyle/>
        <a:p>
          <a:pPr>
            <a:defRPr/>
          </a:pPr>
          <a:r>
            <a:rPr lang="ru-RU" sz="3600" b="1"/>
            <a:t>Составить технологический цикл производства продукта в ИТ-компании</a:t>
          </a:r>
          <a:endParaRPr lang="ru-RU" sz="3600" b="1"/>
        </a:p>
      </dgm:t>
    </dgm:pt>
    <dgm:pt modelId="{70BB4B71-4EBD-4350-AC56-DF0D75E17576}" type="parTrans" cxnId="{0C2EA015-AB3D-4946-AE25-A8719FB697C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652E6CC-CFEA-453C-B9E5-3C75A1FD34E6}" type="sibTrans" cxnId="{0C2EA015-AB3D-4946-AE25-A8719FB697C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DE7C2B4-6DA4-442F-8AE7-F6ABCBA9FA6C}" type="pres">
      <dgm:prSet presAssocID="{ACCA14DA-5E3C-4A7B-B955-98AAD1590E25}" presName="linearFlow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28D1492-C830-4343-AC85-46B26C75E7AF}" type="pres">
      <dgm:prSet presAssocID="{D11B8006-D794-4CBB-9F66-932D73284E52}" presName="compositeNode" presStyleCnt="0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152CCAB-64CA-4897-B693-77D2B0F95A60}" type="pres">
      <dgm:prSet presAssocID="{D11B8006-D794-4CBB-9F66-932D73284E52}" presName="image" presStyleLbl="fgImgPlace1" presStyleIdx="0" presStyleCnt="1"/>
      <dgm:spPr bwMode="auto">
        <a:blipFill>
          <a:blip r:embed="rId1"/>
          <a:stretch/>
        </a:blipFill>
      </dgm:spPr>
      <dgm:t>
        <a:bodyPr/>
        <a:lstStyle/>
        <a:p>
          <a:pPr>
            <a:defRPr/>
          </a:pPr>
          <a:endParaRPr lang="ru-RU"/>
        </a:p>
      </dgm:t>
    </dgm:pt>
    <dgm:pt modelId="{7A0FBEF5-309A-4AA1-ABE7-7D49880B6FDB}" type="pres">
      <dgm:prSet presAssocID="{D11B8006-D794-4CBB-9F66-932D73284E52}" presName="childNode" presStyleLbl="node1" presStyleIdx="0" presStyleCnt="1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F72CE77-66E4-4D63-87A9-D8AF94B16189}" type="pres">
      <dgm:prSet presAssocID="{D11B8006-D794-4CBB-9F66-932D73284E52}" presName="parentNode" presStyleLbl="revTx" presStyleIdx="0" presStyleCnt="1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0C2EA015-AB3D-4946-AE25-A8719FB697C3}" srcId="{D11B8006-D794-4CBB-9F66-932D73284E52}" destId="{680EE2E5-F4F7-4695-8B62-FFAA2DC80EDE}" srcOrd="1" destOrd="0" parTransId="{70BB4B71-4EBD-4350-AC56-DF0D75E17576}" sibTransId="{1652E6CC-CFEA-453C-B9E5-3C75A1FD34E6}"/>
    <dgm:cxn modelId="{82BAECAA-E60B-45DE-9961-446F859EE9C0}" type="presOf" srcId="{8A5F7853-22B8-4358-B7A2-7804CC029A66}" destId="{7A0FBEF5-309A-4AA1-ABE7-7D49880B6FDB}" srcOrd="0" destOrd="0" presId="urn:microsoft.com/office/officeart/2005/8/layout/hList2"/>
    <dgm:cxn modelId="{CC6FAA5C-37F9-4B56-AD64-1CF3814726B5}" srcId="{D11B8006-D794-4CBB-9F66-932D73284E52}" destId="{8A5F7853-22B8-4358-B7A2-7804CC029A66}" srcOrd="0" destOrd="0" parTransId="{9DE6E78C-B8B0-49BD-9F55-3D80831BE028}" sibTransId="{83FB31D3-E905-4846-8147-24587E978A41}"/>
    <dgm:cxn modelId="{9C691E27-AFE7-4A44-9330-4B09058DC76B}" type="presOf" srcId="{ACCA14DA-5E3C-4A7B-B955-98AAD1590E25}" destId="{3DE7C2B4-6DA4-442F-8AE7-F6ABCBA9FA6C}" srcOrd="0" destOrd="0" presId="urn:microsoft.com/office/officeart/2005/8/layout/hList2"/>
    <dgm:cxn modelId="{E5843FAA-4DF3-42F8-B55F-11F1894F5255}" srcId="{D11B8006-D794-4CBB-9F66-932D73284E52}" destId="{6760E807-1579-494A-8978-2ABB5BC62302}" srcOrd="2" destOrd="0" parTransId="{14FB1899-D2FF-4BB3-B5A1-99B6292619EE}" sibTransId="{89F6DFD9-553C-4529-B6F3-F42F35518EC5}"/>
    <dgm:cxn modelId="{AEBB7E7B-D64A-4C1B-A751-40B7A5916F41}" type="presOf" srcId="{680EE2E5-F4F7-4695-8B62-FFAA2DC80EDE}" destId="{7A0FBEF5-309A-4AA1-ABE7-7D49880B6FDB}" srcOrd="0" destOrd="1" presId="urn:microsoft.com/office/officeart/2005/8/layout/hList2"/>
    <dgm:cxn modelId="{2A44AB30-C835-4B2C-A7E7-5D01208BF4E7}" type="presOf" srcId="{D11B8006-D794-4CBB-9F66-932D73284E52}" destId="{CF72CE77-66E4-4D63-87A9-D8AF94B16189}" srcOrd="0" destOrd="0" presId="urn:microsoft.com/office/officeart/2005/8/layout/hList2"/>
    <dgm:cxn modelId="{028A5D0D-CBF6-4D80-8B0D-4EA994590854}" srcId="{ACCA14DA-5E3C-4A7B-B955-98AAD1590E25}" destId="{D11B8006-D794-4CBB-9F66-932D73284E52}" srcOrd="0" destOrd="0" parTransId="{0F9BBBFA-C0BF-4EE3-85DC-DE89DCAAE645}" sibTransId="{36421B24-9BF8-4FB5-A70D-92873DEF1636}"/>
    <dgm:cxn modelId="{E408B799-B00B-4D57-B434-BA40FA5A1EBF}" type="presOf" srcId="{6760E807-1579-494A-8978-2ABB5BC62302}" destId="{7A0FBEF5-309A-4AA1-ABE7-7D49880B6FDB}" srcOrd="0" destOrd="2" presId="urn:microsoft.com/office/officeart/2005/8/layout/hList2"/>
    <dgm:cxn modelId="{12A15FB0-8207-4A39-BC0D-D8FD6A66F318}" type="presParOf" srcId="{3DE7C2B4-6DA4-442F-8AE7-F6ABCBA9FA6C}" destId="{D28D1492-C830-4343-AC85-46B26C75E7AF}" srcOrd="0" destOrd="0" presId="urn:microsoft.com/office/officeart/2005/8/layout/hList2"/>
    <dgm:cxn modelId="{90919D8C-6EED-490E-8E3F-83E137F5EFE0}" type="presParOf" srcId="{D28D1492-C830-4343-AC85-46B26C75E7AF}" destId="{8152CCAB-64CA-4897-B693-77D2B0F95A60}" srcOrd="0" destOrd="0" presId="urn:microsoft.com/office/officeart/2005/8/layout/hList2"/>
    <dgm:cxn modelId="{F84CA283-2C30-441E-AD52-0A0877A7BD09}" type="presParOf" srcId="{D28D1492-C830-4343-AC85-46B26C75E7AF}" destId="{7A0FBEF5-309A-4AA1-ABE7-7D49880B6FDB}" srcOrd="1" destOrd="0" presId="urn:microsoft.com/office/officeart/2005/8/layout/hList2"/>
    <dgm:cxn modelId="{857AC452-F197-4CFD-B0A6-47AC6F59064D}" type="presParOf" srcId="{D28D1492-C830-4343-AC85-46B26C75E7AF}" destId="{CF72CE77-66E4-4D63-87A9-D8AF94B16189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04474025" name=""/>
      <dsp:cNvGrpSpPr/>
    </dsp:nvGrpSpPr>
    <dsp:grpSpPr bwMode="auto">
      <a:xfrm>
        <a:off x="0" y="0"/>
        <a:ext cx="4896544" cy="4824536"/>
        <a:chOff x="0" y="0"/>
        <a:chExt cx="4896544" cy="4824536"/>
      </a:xfrm>
    </dsp:grpSpPr>
    <dsp:sp modelId="{7DB4BEFB-B353-4FB9-BE3E-AA83080FC138}">
      <dsp:nvSpPr>
        <dsp:cNvPr id="0" name=""/>
        <dsp:cNvSpPr/>
      </dsp:nvSpPr>
      <dsp:spPr bwMode="auto">
        <a:xfrm>
          <a:off x="0" y="259163"/>
          <a:ext cx="4064131" cy="112411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900" b="1" i="1">
              <a:latin typeface="+mn-lt"/>
              <a:cs typeface="Times New Roman"/>
            </a:rPr>
            <a:t>Основные цели управления производством</a:t>
          </a:r>
          <a:r>
            <a:rPr lang="ru-RU" sz="1900" b="1">
              <a:latin typeface="+mn-lt"/>
              <a:cs typeface="Times New Roman"/>
            </a:rPr>
            <a:t>:</a:t>
          </a:r>
          <a:endParaRPr lang="ru-RU" sz="1900">
            <a:latin typeface="+mn-lt"/>
          </a:endParaRPr>
        </a:p>
      </dsp:txBody>
      <dsp:txXfrm>
        <a:off x="0" y="259163"/>
        <a:ext cx="4064131" cy="749409"/>
      </dsp:txXfrm>
    </dsp:sp>
    <dsp:sp modelId="{D9598805-C16C-4DC6-96C5-72F7C5DC2861}">
      <dsp:nvSpPr>
        <dsp:cNvPr id="0" name=""/>
        <dsp:cNvSpPr/>
      </dsp:nvSpPr>
      <dsp:spPr bwMode="auto">
        <a:xfrm>
          <a:off x="832412" y="1008572"/>
          <a:ext cx="4064131" cy="355680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900">
              <a:latin typeface="+mn-lt"/>
              <a:cs typeface="Times New Roman"/>
            </a:rPr>
            <a:t>1. совершенствование организационной структуры управления производством</a:t>
          </a:r>
          <a:endParaRPr/>
        </a:p>
        <a:p>
          <a:pPr marL="171450" lvl="1" indent="-17145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900">
              <a:latin typeface="+mn-lt"/>
              <a:cs typeface="Times New Roman"/>
            </a:rPr>
            <a:t>2. достижение минимальных затрат материалов, труда, времени денежных средств</a:t>
          </a:r>
          <a:endParaRPr/>
        </a:p>
        <a:p>
          <a:pPr marL="171450" lvl="1" indent="-17145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900">
              <a:latin typeface="+mn-lt"/>
              <a:cs typeface="Times New Roman"/>
            </a:rPr>
            <a:t>3. устранение непроизводительных потерь времени рабочих и служащих</a:t>
          </a:r>
          <a:endParaRPr/>
        </a:p>
        <a:p>
          <a:pPr marL="171450" lvl="1" indent="-17145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900">
              <a:latin typeface="+mn-lt"/>
              <a:cs typeface="Times New Roman"/>
            </a:rPr>
            <a:t>4. выполнение заданной программы выпуска продукции</a:t>
          </a:r>
          <a:endParaRPr/>
        </a:p>
      </dsp:txBody>
      <dsp:txXfrm>
        <a:off x="936587" y="1112747"/>
        <a:ext cx="3855781" cy="3348450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477519201" name=""/>
      <dsp:cNvGrpSpPr/>
    </dsp:nvGrpSpPr>
    <dsp:grpSpPr bwMode="auto">
      <a:xfrm>
        <a:off x="0" y="0"/>
        <a:ext cx="8496943" cy="6336703"/>
        <a:chOff x="0" y="0"/>
        <a:chExt cx="8496943" cy="6336703"/>
      </a:xfrm>
    </dsp:grpSpPr>
    <dsp:sp modelId="{BEBA004D-8807-4A9A-9C30-19B8FC2373F2}">
      <dsp:nvSpPr>
        <dsp:cNvPr id="0" name=""/>
        <dsp:cNvSpPr/>
      </dsp:nvSpPr>
      <dsp:spPr bwMode="auto">
        <a:xfrm>
          <a:off x="0" y="3763500"/>
          <a:ext cx="8496943" cy="2469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 i="1">
              <a:latin typeface="+mn-lt"/>
              <a:cs typeface="Times New Roman"/>
            </a:rPr>
            <a:t>Основные задачи управления производством</a:t>
          </a:r>
          <a:r>
            <a:rPr lang="ru-RU" sz="2000" b="1">
              <a:latin typeface="+mn-lt"/>
              <a:cs typeface="Times New Roman"/>
            </a:rPr>
            <a:t>:</a:t>
          </a:r>
          <a:endParaRPr/>
        </a:p>
      </dsp:txBody>
      <dsp:txXfrm>
        <a:off x="0" y="3763500"/>
        <a:ext cx="8496943" cy="1333306"/>
      </dsp:txXfrm>
    </dsp:sp>
    <dsp:sp modelId="{D753BB8E-A279-4D9C-8870-E9000EE0F9D3}">
      <dsp:nvSpPr>
        <dsp:cNvPr id="0" name=""/>
        <dsp:cNvSpPr/>
      </dsp:nvSpPr>
      <dsp:spPr bwMode="auto">
        <a:xfrm>
          <a:off x="424" y="4788144"/>
          <a:ext cx="4248471" cy="1436613"/>
        </a:xfrm>
        <a:prstGeom prst="rect">
          <a:avLst/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1. Удовлетворение потребительского спроса. На выходе производство должно иметь некий товар, который должен удовлетворить потребителя стоимостью товара, временем и сроками его предоставления.</a:t>
          </a:r>
          <a:endParaRPr/>
        </a:p>
      </dsp:txBody>
      <dsp:txXfrm>
        <a:off x="424" y="4788144"/>
        <a:ext cx="4248471" cy="1436613"/>
      </dsp:txXfrm>
    </dsp:sp>
    <dsp:sp modelId="{580CAD24-10FC-4BC7-BAE3-9EF8684FB971}">
      <dsp:nvSpPr>
        <dsp:cNvPr id="0" name=""/>
        <dsp:cNvSpPr/>
      </dsp:nvSpPr>
      <dsp:spPr bwMode="auto">
        <a:xfrm>
          <a:off x="4248471" y="4788144"/>
          <a:ext cx="4248471" cy="1436613"/>
        </a:xfrm>
        <a:prstGeom prst="rect">
          <a:avLst/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2. Эффективная переработка ресурсов - экономного и сбалансированного использования ресурсов можно при наличии слаженного производственного менеджмента.</a:t>
          </a:r>
          <a:endParaRPr/>
        </a:p>
      </dsp:txBody>
      <dsp:txXfrm>
        <a:off x="4248471" y="4788144"/>
        <a:ext cx="4248471" cy="1436613"/>
      </dsp:txXfrm>
    </dsp:sp>
    <dsp:sp modelId="{8A0575AF-BC5F-4374-B2E8-94B18E50DC36}">
      <dsp:nvSpPr>
        <dsp:cNvPr id="0" name=""/>
        <dsp:cNvSpPr/>
      </dsp:nvSpPr>
      <dsp:spPr bwMode="auto">
        <a:xfrm rot="10800000">
          <a:off x="0" y="3081"/>
          <a:ext cx="8496943" cy="3797455"/>
        </a:xfrm>
        <a:prstGeom prst="upArrowCallout">
          <a:avLst>
            <a:gd name="adj1" fmla="val 25000"/>
            <a:gd name="adj2" fmla="val 25000"/>
            <a:gd name="adj3" fmla="val 25000"/>
            <a:gd name="adj4" fmla="val 6497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>
              <a:latin typeface="+mn-lt"/>
              <a:cs typeface="Times New Roman"/>
            </a:rPr>
            <a:t>Для достижения намеченных целей необходимо осуществление широкого комплекса </a:t>
          </a:r>
          <a:r>
            <a:rPr lang="ru-RU" sz="2000" b="1" i="1">
              <a:latin typeface="+mn-lt"/>
              <a:cs typeface="Times New Roman"/>
            </a:rPr>
            <a:t>технических, технологических, организационно-управленческих мероприятий</a:t>
          </a:r>
          <a:r>
            <a:rPr lang="ru-RU" sz="2000">
              <a:latin typeface="+mn-lt"/>
              <a:cs typeface="Times New Roman"/>
            </a:rPr>
            <a:t>:</a:t>
          </a:r>
          <a:endParaRPr/>
        </a:p>
      </dsp:txBody>
      <dsp:txXfrm rot="-10800000">
        <a:off x="0" y="3081"/>
        <a:ext cx="8496943" cy="1332906"/>
      </dsp:txXfrm>
    </dsp:sp>
    <dsp:sp modelId="{F0E66FF4-2963-4586-980A-4F65C7533C13}">
      <dsp:nvSpPr>
        <dsp:cNvPr id="0" name=""/>
        <dsp:cNvSpPr/>
      </dsp:nvSpPr>
      <dsp:spPr bwMode="auto">
        <a:xfrm>
          <a:off x="4148" y="1335988"/>
          <a:ext cx="2829548" cy="1135439"/>
        </a:xfrm>
        <a:prstGeom prst="rect">
          <a:avLst/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разработка принципов инвестиционной и технической политики для фирмы в целом;</a:t>
          </a:r>
          <a:endParaRPr/>
        </a:p>
      </dsp:txBody>
      <dsp:txXfrm>
        <a:off x="4148" y="1335988"/>
        <a:ext cx="2829548" cy="1135439"/>
      </dsp:txXfrm>
    </dsp:sp>
    <dsp:sp modelId="{E8181EBA-4A08-4D40-B478-E94E0C9E51FE}">
      <dsp:nvSpPr>
        <dsp:cNvPr id="0" name=""/>
        <dsp:cNvSpPr/>
      </dsp:nvSpPr>
      <dsp:spPr bwMode="auto">
        <a:xfrm>
          <a:off x="2833697" y="1335988"/>
          <a:ext cx="2829548" cy="1135439"/>
        </a:xfrm>
        <a:prstGeom prst="rect">
          <a:avLst/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концентрация усилий и ресурсов на развитии наиболее перспективных областей технологического процесса; </a:t>
          </a:r>
          <a:endParaRPr/>
        </a:p>
      </dsp:txBody>
      <dsp:txXfrm>
        <a:off x="2833697" y="1335988"/>
        <a:ext cx="2829548" cy="1135439"/>
      </dsp:txXfrm>
    </dsp:sp>
    <dsp:sp modelId="{A942AC18-F041-4AC2-AB08-69503819EF15}">
      <dsp:nvSpPr>
        <dsp:cNvPr id="0" name=""/>
        <dsp:cNvSpPr/>
      </dsp:nvSpPr>
      <dsp:spPr bwMode="auto">
        <a:xfrm>
          <a:off x="5663245" y="1335988"/>
          <a:ext cx="2829548" cy="1135439"/>
        </a:xfrm>
        <a:prstGeom prst="rect">
          <a:avLst/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создание производственных систем нового поколения, работающих с применением ЭВМ.</a:t>
          </a:r>
          <a:endParaRPr/>
        </a:p>
      </dsp:txBody>
      <dsp:txXfrm>
        <a:off x="5663245" y="1335988"/>
        <a:ext cx="2829548" cy="1135439"/>
      </dsp:txXfrm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57900328" name=""/>
      <dsp:cNvGrpSpPr/>
    </dsp:nvGrpSpPr>
    <dsp:grpSpPr bwMode="auto">
      <a:xfrm>
        <a:off x="0" y="0"/>
        <a:ext cx="8712968" cy="6264696"/>
        <a:chOff x="0" y="0"/>
        <a:chExt cx="8712968" cy="6264696"/>
      </a:xfrm>
    </dsp:grpSpPr>
    <dsp:sp modelId="{A9BD531F-AB42-48F3-B60E-7E966AD2552A}">
      <dsp:nvSpPr>
        <dsp:cNvPr id="0" name=""/>
        <dsp:cNvSpPr/>
      </dsp:nvSpPr>
      <dsp:spPr bwMode="auto">
        <a:xfrm>
          <a:off x="4356484" y="1413858"/>
          <a:ext cx="2287478" cy="442801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221400"/>
              </a:lnTo>
              <a:lnTo>
                <a:pt x="2287478" y="221400"/>
              </a:lnTo>
              <a:lnTo>
                <a:pt x="2287478" y="442801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D69A536B-8D4E-4607-8D45-9142BE7EE7A3}">
      <dsp:nvSpPr>
        <dsp:cNvPr id="0" name=""/>
        <dsp:cNvSpPr/>
      </dsp:nvSpPr>
      <dsp:spPr bwMode="auto">
        <a:xfrm>
          <a:off x="416142" y="2910947"/>
          <a:ext cx="619823" cy="2467034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2467034"/>
              </a:lnTo>
              <a:lnTo>
                <a:pt x="619823" y="246703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8683D3AC-5D93-490E-A8F3-6159C57873CD}">
      <dsp:nvSpPr>
        <dsp:cNvPr id="0" name=""/>
        <dsp:cNvSpPr/>
      </dsp:nvSpPr>
      <dsp:spPr bwMode="auto">
        <a:xfrm>
          <a:off x="416142" y="2910947"/>
          <a:ext cx="619823" cy="969945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969945"/>
              </a:lnTo>
              <a:lnTo>
                <a:pt x="619823" y="969945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DFE5AE5B-05E6-4041-8968-61CEA831BE99}">
      <dsp:nvSpPr>
        <dsp:cNvPr id="0" name=""/>
        <dsp:cNvSpPr/>
      </dsp:nvSpPr>
      <dsp:spPr bwMode="auto">
        <a:xfrm>
          <a:off x="2069005" y="1413858"/>
          <a:ext cx="2287478" cy="442801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2287478" y="0"/>
              </a:moveTo>
              <a:lnTo>
                <a:pt x="2287478" y="221400"/>
              </a:lnTo>
              <a:lnTo>
                <a:pt x="0" y="221400"/>
              </a:lnTo>
              <a:lnTo>
                <a:pt x="0" y="442801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03BA9168-91EA-48D3-89DF-DF00B95D3764}">
      <dsp:nvSpPr>
        <dsp:cNvPr id="0" name=""/>
        <dsp:cNvSpPr/>
      </dsp:nvSpPr>
      <dsp:spPr bwMode="auto">
        <a:xfrm>
          <a:off x="2448274" y="359569"/>
          <a:ext cx="3816418" cy="105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 i="0"/>
            <a:t>Производственный процесс состоит из следующих элементов</a:t>
          </a:r>
          <a:endParaRPr lang="ru-RU" sz="2000" b="1" i="0"/>
        </a:p>
      </dsp:txBody>
      <dsp:txXfrm>
        <a:off x="2448274" y="359569"/>
        <a:ext cx="3816418" cy="1054288"/>
      </dsp:txXfrm>
    </dsp:sp>
    <dsp:sp modelId="{DCA5832E-3734-4497-9DCB-7A8E8392B25E}">
      <dsp:nvSpPr>
        <dsp:cNvPr id="0" name=""/>
        <dsp:cNvSpPr/>
      </dsp:nvSpPr>
      <dsp:spPr bwMode="auto">
        <a:xfrm>
          <a:off x="2927" y="1856659"/>
          <a:ext cx="4132156" cy="105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 i="0"/>
            <a:t>1. Средства производства </a:t>
          </a:r>
          <a:r>
            <a:rPr lang="ru-RU" sz="1800" b="0" i="0"/>
            <a:t>(имущество организации):</a:t>
          </a:r>
          <a:endParaRPr lang="ru-RU" sz="1800" b="0" i="0"/>
        </a:p>
      </dsp:txBody>
      <dsp:txXfrm>
        <a:off x="2927" y="1856659"/>
        <a:ext cx="4132156" cy="1054288"/>
      </dsp:txXfrm>
    </dsp:sp>
    <dsp:sp modelId="{1BB34242-A2E4-4BF6-B66C-02B23E5D501B}">
      <dsp:nvSpPr>
        <dsp:cNvPr id="0" name=""/>
        <dsp:cNvSpPr/>
      </dsp:nvSpPr>
      <dsp:spPr bwMode="auto">
        <a:xfrm>
          <a:off x="1035966" y="3353748"/>
          <a:ext cx="4132156" cy="105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0" i="0"/>
            <a:t>- предметы труда (оборотный капитал) – то, что преобразуется в процессе труда (сырье, материалы, полуфабрикаты);</a:t>
          </a:r>
          <a:endParaRPr lang="ru-RU" sz="1800" b="0" i="0"/>
        </a:p>
      </dsp:txBody>
      <dsp:txXfrm>
        <a:off x="1035966" y="3353748"/>
        <a:ext cx="4132156" cy="1054288"/>
      </dsp:txXfrm>
    </dsp:sp>
    <dsp:sp modelId="{18EB9A97-82A2-45E1-80DA-D7AC4A9751B8}">
      <dsp:nvSpPr>
        <dsp:cNvPr id="0" name=""/>
        <dsp:cNvSpPr/>
      </dsp:nvSpPr>
      <dsp:spPr bwMode="auto">
        <a:xfrm>
          <a:off x="1035966" y="4850837"/>
          <a:ext cx="4132156" cy="105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0" i="0"/>
            <a:t>- средства труда (основной капитал) – орудия труда, с использованием которых работник воздействует на предмет труда.</a:t>
          </a:r>
          <a:endParaRPr lang="ru-RU" sz="1800" b="0" i="0"/>
        </a:p>
      </dsp:txBody>
      <dsp:txXfrm>
        <a:off x="1035966" y="4850837"/>
        <a:ext cx="4132156" cy="1054288"/>
      </dsp:txXfrm>
    </dsp:sp>
    <dsp:sp modelId="{EADDDE6D-AB15-439B-8281-61DB3EDD4EC6}">
      <dsp:nvSpPr>
        <dsp:cNvPr id="0" name=""/>
        <dsp:cNvSpPr/>
      </dsp:nvSpPr>
      <dsp:spPr bwMode="auto">
        <a:xfrm>
          <a:off x="4577884" y="1856659"/>
          <a:ext cx="4132156" cy="10542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 i="0"/>
            <a:t>2. Трудовые ресурсы – </a:t>
          </a:r>
          <a:r>
            <a:rPr lang="ru-RU" sz="1800" b="0" i="0"/>
            <a:t>совокупность физических и умственных способностей человека, которые он использует для производства благ и услуг.</a:t>
          </a:r>
          <a:endParaRPr lang="ru-RU" sz="1800" b="0" i="0"/>
        </a:p>
      </dsp:txBody>
      <dsp:txXfrm>
        <a:off x="4577884" y="1856659"/>
        <a:ext cx="4132156" cy="1054288"/>
      </dsp:txXfrm>
    </dsp:sp>
  </dsp:spTree>
</dsp:drawing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98780334" name=""/>
      <dsp:cNvGrpSpPr/>
    </dsp:nvGrpSpPr>
    <dsp:grpSpPr bwMode="auto">
      <a:xfrm>
        <a:off x="0" y="0"/>
        <a:ext cx="8712967" cy="6336703"/>
        <a:chOff x="0" y="0"/>
        <a:chExt cx="8712967" cy="6336703"/>
      </a:xfrm>
    </dsp:grpSpPr>
    <dsp:sp modelId="{882E107D-2A98-426D-947E-CE19B916DC48}">
      <dsp:nvSpPr>
        <dsp:cNvPr id="0" name=""/>
        <dsp:cNvSpPr/>
      </dsp:nvSpPr>
      <dsp:spPr bwMode="auto">
        <a:xfrm>
          <a:off x="0" y="198159"/>
          <a:ext cx="8706704" cy="566385"/>
        </a:xfrm>
        <a:prstGeom prst="snip2DiagRect">
          <a:avLst>
            <a:gd name="adj1" fmla="val 0"/>
            <a:gd name="adj2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 i="1">
              <a:latin typeface="+mn-lt"/>
              <a:cs typeface="Times New Roman"/>
            </a:rPr>
            <a:t>Различают три типа </a:t>
          </a:r>
          <a:r>
            <a:rPr lang="ru-RU" sz="2000" b="1" i="1">
              <a:latin typeface="+mn-lt"/>
              <a:cs typeface="Times New Roman"/>
            </a:rPr>
            <a:t>производства</a:t>
          </a:r>
          <a:endParaRPr lang="ru-RU" sz="2000" b="1" i="1">
            <a:latin typeface="+mn-lt"/>
            <a:cs typeface="Times New Roman"/>
          </a:endParaRPr>
        </a:p>
      </dsp:txBody>
      <dsp:txXfrm>
        <a:off x="47200" y="245359"/>
        <a:ext cx="8612304" cy="471985"/>
      </dsp:txXfrm>
    </dsp:sp>
    <dsp:sp modelId="{BA78B414-A4AB-475D-A18A-BE906F4FFF0B}">
      <dsp:nvSpPr>
        <dsp:cNvPr id="0" name=""/>
        <dsp:cNvSpPr/>
      </dsp:nvSpPr>
      <dsp:spPr bwMode="auto">
        <a:xfrm>
          <a:off x="3131" y="1009073"/>
          <a:ext cx="2748328" cy="6879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 i="1">
              <a:latin typeface="+mn-lt"/>
              <a:cs typeface="Times New Roman"/>
            </a:rPr>
            <a:t>Единичное производство</a:t>
          </a:r>
          <a:endParaRPr/>
        </a:p>
      </dsp:txBody>
      <dsp:txXfrm>
        <a:off x="23281" y="1029223"/>
        <a:ext cx="2708028" cy="647670"/>
      </dsp:txXfrm>
    </dsp:sp>
    <dsp:sp modelId="{9E17F159-BDE3-4179-8791-79125759B06B}">
      <dsp:nvSpPr>
        <dsp:cNvPr id="0" name=""/>
        <dsp:cNvSpPr/>
      </dsp:nvSpPr>
      <dsp:spPr bwMode="auto">
        <a:xfrm>
          <a:off x="0" y="2023683"/>
          <a:ext cx="2748328" cy="4196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Широкий ассортимент продукции и штучным объемом выпуска ее. Значительное незавершенное производство. 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Используется универсальное оборудование, работники обладают высокой квалификацией. 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Высокий удельный вес ручных операций и трудоемкости изделий, длительный цикл изготовления, высокая себестоимость выпускаемой продукции. </a:t>
          </a:r>
          <a:endParaRPr/>
        </a:p>
      </dsp:txBody>
      <dsp:txXfrm>
        <a:off x="80496" y="2104179"/>
        <a:ext cx="2587336" cy="4035979"/>
      </dsp:txXfrm>
    </dsp:sp>
    <dsp:sp modelId="{0CE05F07-268F-4EF5-ACBB-7C113FC23448}">
      <dsp:nvSpPr>
        <dsp:cNvPr id="0" name=""/>
        <dsp:cNvSpPr/>
      </dsp:nvSpPr>
      <dsp:spPr bwMode="auto">
        <a:xfrm>
          <a:off x="2982319" y="1009073"/>
          <a:ext cx="2748328" cy="6879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 i="1">
              <a:latin typeface="+mn-lt"/>
              <a:cs typeface="Times New Roman"/>
            </a:rPr>
            <a:t>Серийное производство</a:t>
          </a:r>
          <a:endParaRPr/>
        </a:p>
      </dsp:txBody>
      <dsp:txXfrm>
        <a:off x="3002469" y="1029223"/>
        <a:ext cx="2708028" cy="647670"/>
      </dsp:txXfrm>
    </dsp:sp>
    <dsp:sp modelId="{87FABEF5-AE59-4345-AB74-911A73C3F292}">
      <dsp:nvSpPr>
        <dsp:cNvPr id="0" name=""/>
        <dsp:cNvSpPr/>
      </dsp:nvSpPr>
      <dsp:spPr bwMode="auto">
        <a:xfrm>
          <a:off x="2970666" y="2023683"/>
          <a:ext cx="2748328" cy="4196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Широкая номенклатура изделий, но изготавливаемых партиями. 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Ограниченный ассортимент однородной продукции повторяется через определенные промежутки времени.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 Возможна специализация отдельных рабочих мест повторяющихся технологических процессов. 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Растет эффективность использования оборудования и других элементов производственных фондов. </a:t>
          </a:r>
          <a:endParaRPr/>
        </a:p>
      </dsp:txBody>
      <dsp:txXfrm>
        <a:off x="3051161" y="2104179"/>
        <a:ext cx="2587336" cy="4035979"/>
      </dsp:txXfrm>
    </dsp:sp>
    <dsp:sp modelId="{B2A0FB4F-1FA6-4127-9DFF-07E09DCA0ECB}">
      <dsp:nvSpPr>
        <dsp:cNvPr id="0" name=""/>
        <dsp:cNvSpPr/>
      </dsp:nvSpPr>
      <dsp:spPr bwMode="auto">
        <a:xfrm>
          <a:off x="5961507" y="1009073"/>
          <a:ext cx="2748328" cy="6879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 i="1">
              <a:latin typeface="+mn-lt"/>
              <a:cs typeface="Times New Roman"/>
            </a:rPr>
            <a:t>Массовое производство</a:t>
          </a:r>
          <a:endParaRPr/>
        </a:p>
      </dsp:txBody>
      <dsp:txXfrm>
        <a:off x="5981657" y="1029223"/>
        <a:ext cx="2708028" cy="647670"/>
      </dsp:txXfrm>
    </dsp:sp>
    <dsp:sp modelId="{3AB9D33B-83CD-4FBA-9488-98330A785171}">
      <dsp:nvSpPr>
        <dsp:cNvPr id="0" name=""/>
        <dsp:cNvSpPr/>
      </dsp:nvSpPr>
      <dsp:spPr bwMode="auto">
        <a:xfrm>
          <a:off x="5949854" y="2023683"/>
          <a:ext cx="2748328" cy="4196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Узкая специализация, неизменная и ограниченная номенклатура изготовляемых изделий в течение длительного периода времени. 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Специализация рабочих мест на выполнении определенной операции создает предпосылки для механизации и автоматизации технологических процессов. </a:t>
          </a:r>
          <a:endParaRPr/>
        </a:p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Себестоимость продукции минимальная по сравнению с единичным и серийным производством. </a:t>
          </a:r>
          <a:endParaRPr/>
        </a:p>
      </dsp:txBody>
      <dsp:txXfrm>
        <a:off x="6030350" y="2104179"/>
        <a:ext cx="2587336" cy="4035979"/>
      </dsp:txXfrm>
    </dsp:sp>
  </dsp:spTree>
</dsp:drawing>
</file>

<file path=ppt/diagrams/drawing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44232241" name=""/>
      <dsp:cNvGrpSpPr/>
    </dsp:nvGrpSpPr>
    <dsp:grpSpPr bwMode="auto">
      <a:xfrm>
        <a:off x="0" y="0"/>
        <a:ext cx="8640960" cy="4536503"/>
        <a:chOff x="0" y="0"/>
        <a:chExt cx="8640960" cy="4536503"/>
      </a:xfrm>
    </dsp:grpSpPr>
    <dsp:sp modelId="{2BC9ECA2-0FD0-4364-8125-8CB627DD5E91}">
      <dsp:nvSpPr>
        <dsp:cNvPr id="0" name=""/>
        <dsp:cNvSpPr/>
      </dsp:nvSpPr>
      <dsp:spPr bwMode="auto">
        <a:xfrm rot="10800000">
          <a:off x="1803839" y="72002"/>
          <a:ext cx="6234898" cy="4392498"/>
        </a:xfrm>
        <a:prstGeom prst="homePlate">
          <a:avLst>
            <a:gd name="adj" fmla="val 5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275245" tIns="68580" rIns="128016" bIns="68580" numCol="1" spcCol="1270" anchor="t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latin typeface="+mn-lt"/>
              <a:cs typeface="Times New Roman"/>
            </a:rPr>
            <a:t>Рабочим местом</a:t>
          </a:r>
          <a:r>
            <a:rPr lang="ru-RU" sz="1800">
              <a:latin typeface="+mn-lt"/>
              <a:cs typeface="Times New Roman"/>
            </a:rPr>
            <a:t> называется неделимое в организационном отношении звено производственного процесса, обслуживаемое одним или несколькими рабочими, предназначенное для выполнения определенной производственной или обслуживающей операции и оснащенное соответствующим оборудованием.</a:t>
          </a:r>
          <a:endParaRPr/>
        </a:p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400" i="1">
              <a:latin typeface="+mn-lt"/>
              <a:cs typeface="Times New Roman"/>
            </a:rPr>
            <a:t>- Стационарное рабочее место расположено на закрепленной производственной площади</a:t>
          </a:r>
          <a:endParaRPr/>
        </a:p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400" i="1">
              <a:latin typeface="+mn-lt"/>
              <a:cs typeface="Times New Roman"/>
            </a:rPr>
            <a:t>- Подвижное рабочее место передвигается с соответствующим оборудованием по мере обработки предметов труда.</a:t>
          </a:r>
          <a:endParaRPr/>
        </a:p>
        <a:p>
          <a:pPr marL="171450" lvl="1" indent="-17145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endParaRPr lang="ru-RU" sz="1800">
            <a:latin typeface="+mn-lt"/>
            <a:cs typeface="Times New Roman"/>
          </a:endParaRPr>
        </a:p>
      </dsp:txBody>
      <dsp:txXfrm rot="10800000">
        <a:off x="2901963" y="72002"/>
        <a:ext cx="5136774" cy="4392498"/>
      </dsp:txXfrm>
    </dsp:sp>
    <dsp:sp modelId="{77800969-B7B3-4D37-B9A7-A53179A41215}">
      <dsp:nvSpPr>
        <dsp:cNvPr id="0" name=""/>
        <dsp:cNvSpPr/>
      </dsp:nvSpPr>
      <dsp:spPr bwMode="auto">
        <a:xfrm>
          <a:off x="0" y="834826"/>
          <a:ext cx="2891894" cy="2891894"/>
        </a:xfrm>
        <a:prstGeom prst="ellipse">
          <a:avLst/>
        </a:prstGeom>
        <a:blipFill>
          <a:blip r:embed="rId1"/>
          <a:stretch/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/>
      </dsp:style>
    </dsp:sp>
  </dsp:spTree>
</dsp:drawing>
</file>

<file path=ppt/diagrams/drawing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254870606" name=""/>
      <dsp:cNvGrpSpPr/>
    </dsp:nvGrpSpPr>
    <dsp:grpSpPr bwMode="auto">
      <a:xfrm>
        <a:off x="0" y="0"/>
        <a:ext cx="8568952" cy="2952327"/>
        <a:chOff x="0" y="0"/>
        <a:chExt cx="8568952" cy="2952327"/>
      </a:xfrm>
    </dsp:grpSpPr>
    <dsp:sp modelId="{2BC9ECA2-0FD0-4364-8125-8CB627DD5E91}">
      <dsp:nvSpPr>
        <dsp:cNvPr id="0" name=""/>
        <dsp:cNvSpPr/>
      </dsp:nvSpPr>
      <dsp:spPr bwMode="auto">
        <a:xfrm rot="10800000">
          <a:off x="1185440" y="278"/>
          <a:ext cx="6670036" cy="2951769"/>
        </a:xfrm>
        <a:prstGeom prst="homePlate">
          <a:avLst>
            <a:gd name="adj" fmla="val 5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786214" tIns="68580" rIns="128016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latin typeface="+mn-lt"/>
              <a:cs typeface="Times New Roman"/>
            </a:rPr>
            <a:t>Участок </a:t>
          </a:r>
          <a:r>
            <a:rPr lang="ru-RU" sz="1800">
              <a:latin typeface="+mn-lt"/>
              <a:cs typeface="Times New Roman"/>
            </a:rPr>
            <a:t>– производственное подразделение, объединяющее ряд рабочих мест, сгруппированных по определенным признакам, осуществляющее часть общего производственного процесса по изготовлению продукции или обслуживанию процесса производства. </a:t>
          </a:r>
          <a:endParaRPr lang="en-US" sz="1800">
            <a:latin typeface="+mn-lt"/>
            <a:cs typeface="Times New Roman"/>
          </a:endParaRPr>
        </a:p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>
              <a:latin typeface="+mn-lt"/>
              <a:cs typeface="Times New Roman"/>
            </a:rPr>
            <a:t>На </a:t>
          </a:r>
          <a:r>
            <a:rPr lang="ru-RU" sz="1800">
              <a:latin typeface="+mn-lt"/>
              <a:cs typeface="Times New Roman"/>
            </a:rPr>
            <a:t>производственном участке помимо основных и вспомогательных рабочих имеется руководитель (мастер участка). </a:t>
          </a:r>
          <a:endParaRPr lang="en-US" sz="1800">
            <a:latin typeface="+mn-lt"/>
            <a:cs typeface="Times New Roman"/>
          </a:endParaRPr>
        </a:p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>
              <a:latin typeface="+mn-lt"/>
              <a:cs typeface="Times New Roman"/>
            </a:rPr>
            <a:t>Участки </a:t>
          </a:r>
          <a:r>
            <a:rPr lang="ru-RU" sz="1800">
              <a:latin typeface="+mn-lt"/>
              <a:cs typeface="Times New Roman"/>
            </a:rPr>
            <a:t>связаны между собой постоянными технологическими связями и объединяются в цеха</a:t>
          </a:r>
          <a:r>
            <a:rPr lang="ru-RU" sz="2000">
              <a:latin typeface="+mn-lt"/>
              <a:cs typeface="Times New Roman"/>
            </a:rPr>
            <a:t>.</a:t>
          </a:r>
          <a:endParaRPr/>
        </a:p>
      </dsp:txBody>
      <dsp:txXfrm rot="10800000">
        <a:off x="1923382" y="278"/>
        <a:ext cx="5932094" cy="2951769"/>
      </dsp:txXfrm>
    </dsp:sp>
    <dsp:sp modelId="{77800969-B7B3-4D37-B9A7-A53179A41215}">
      <dsp:nvSpPr>
        <dsp:cNvPr id="0" name=""/>
        <dsp:cNvSpPr/>
      </dsp:nvSpPr>
      <dsp:spPr bwMode="auto">
        <a:xfrm>
          <a:off x="349815" y="475531"/>
          <a:ext cx="1915613" cy="1972737"/>
        </a:xfrm>
        <a:prstGeom prst="ellipse">
          <a:avLst/>
        </a:prstGeom>
        <a:blipFill>
          <a:blip r:embed="rId1"/>
          <a:stretch/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/>
      </dsp:style>
    </dsp:sp>
  </dsp:spTree>
</dsp:drawing>
</file>

<file path=ppt/diagrams/drawing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902830466" name=""/>
      <dsp:cNvGrpSpPr/>
    </dsp:nvGrpSpPr>
    <dsp:grpSpPr bwMode="auto">
      <a:xfrm>
        <a:off x="0" y="0"/>
        <a:ext cx="8640960" cy="3168351"/>
        <a:chOff x="0" y="0"/>
        <a:chExt cx="8640960" cy="3168351"/>
      </a:xfrm>
    </dsp:grpSpPr>
    <dsp:sp modelId="{2BC9ECA2-0FD0-4364-8125-8CB627DD5E91}">
      <dsp:nvSpPr>
        <dsp:cNvPr id="0" name=""/>
        <dsp:cNvSpPr/>
      </dsp:nvSpPr>
      <dsp:spPr bwMode="auto">
        <a:xfrm rot="10800000">
          <a:off x="1787531" y="1683"/>
          <a:ext cx="6023896" cy="3164985"/>
        </a:xfrm>
        <a:prstGeom prst="homePlate">
          <a:avLst>
            <a:gd name="adj" fmla="val 5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967341" tIns="68580" rIns="128016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latin typeface="+mn-lt"/>
              <a:cs typeface="Times New Roman"/>
            </a:rPr>
            <a:t>Цех </a:t>
          </a:r>
          <a:r>
            <a:rPr lang="ru-RU" sz="1800">
              <a:latin typeface="+mn-lt"/>
              <a:cs typeface="Times New Roman"/>
            </a:rPr>
            <a:t>– наиболее сложная система, входящая в производственную структуру, в которую входят в качестве подсистем производственные участки и ряд функциональных органов. </a:t>
          </a:r>
          <a:endParaRPr lang="en-US" sz="1800">
            <a:latin typeface="+mn-lt"/>
            <a:cs typeface="Times New Roman"/>
          </a:endParaRPr>
        </a:p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>
              <a:latin typeface="+mn-lt"/>
              <a:cs typeface="Times New Roman"/>
            </a:rPr>
            <a:t>В </a:t>
          </a:r>
          <a:r>
            <a:rPr lang="ru-RU" sz="1800">
              <a:latin typeface="+mn-lt"/>
              <a:cs typeface="Times New Roman"/>
            </a:rPr>
            <a:t>цехах возникают сложные взаимосвязи, они характеризуются достаточно сложной структурой и организацией с развитыми внутренними и внешними взаимосвязями.</a:t>
          </a:r>
          <a:endParaRPr/>
        </a:p>
      </dsp:txBody>
      <dsp:txXfrm rot="10800000">
        <a:off x="2578777" y="1683"/>
        <a:ext cx="5232650" cy="3164985"/>
      </dsp:txXfrm>
    </dsp:sp>
    <dsp:sp modelId="{77800969-B7B3-4D37-B9A7-A53179A41215}">
      <dsp:nvSpPr>
        <dsp:cNvPr id="0" name=""/>
        <dsp:cNvSpPr/>
      </dsp:nvSpPr>
      <dsp:spPr bwMode="auto">
        <a:xfrm>
          <a:off x="550477" y="412478"/>
          <a:ext cx="2193656" cy="2193656"/>
        </a:xfrm>
        <a:prstGeom prst="ellipse">
          <a:avLst/>
        </a:prstGeom>
        <a:blipFill>
          <a:blip r:embed="rId1"/>
          <a:stretch/>
        </a:blip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rgbClr val="000000"/>
        </a:lnRef>
        <a:fillRef idx="1">
          <a:srgbClr val="000000"/>
        </a:fillRef>
        <a:effectRef idx="1">
          <a:srgbClr val="000000"/>
        </a:effectRef>
        <a:fontRef idx="minor"/>
      </dsp:style>
    </dsp:sp>
  </dsp:spTree>
</dsp:drawing>
</file>

<file path=ppt/diagrams/drawing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85541193" name=""/>
      <dsp:cNvGrpSpPr/>
    </dsp:nvGrpSpPr>
    <dsp:grpSpPr bwMode="auto">
      <a:xfrm>
        <a:off x="0" y="0"/>
        <a:ext cx="9144000" cy="5832648"/>
        <a:chOff x="0" y="0"/>
        <a:chExt cx="9144000" cy="5832648"/>
      </a:xfrm>
    </dsp:grpSpPr>
    <dsp:sp modelId="{E5351B77-6486-4EF6-8830-948F9AD23A5C}">
      <dsp:nvSpPr>
        <dsp:cNvPr id="0" name=""/>
        <dsp:cNvSpPr/>
      </dsp:nvSpPr>
      <dsp:spPr bwMode="auto">
        <a:xfrm>
          <a:off x="0" y="30308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07ECF748-8CCE-4C6D-B57B-B5C604E315BF}">
      <dsp:nvSpPr>
        <dsp:cNvPr id="0" name=""/>
        <dsp:cNvSpPr/>
      </dsp:nvSpPr>
      <dsp:spPr bwMode="auto">
        <a:xfrm>
          <a:off x="457200" y="9644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Руководители высшего звена или управляющий персонал</a:t>
          </a:r>
          <a:endParaRPr lang="ru-RU" sz="1600" b="0" i="0"/>
        </a:p>
      </dsp:txBody>
      <dsp:txXfrm>
        <a:off x="477375" y="116619"/>
        <a:ext cx="7981132" cy="372930"/>
      </dsp:txXfrm>
    </dsp:sp>
    <dsp:sp modelId="{8256A5D1-1D7E-4FA9-8BA6-DF28F2EAE00D}">
      <dsp:nvSpPr>
        <dsp:cNvPr id="0" name=""/>
        <dsp:cNvSpPr/>
      </dsp:nvSpPr>
      <dsp:spPr bwMode="auto">
        <a:xfrm>
          <a:off x="0" y="93812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4CD87FA7-44E5-4F0D-BA69-0C9F75F8D079}">
      <dsp:nvSpPr>
        <dsp:cNvPr id="0" name=""/>
        <dsp:cNvSpPr/>
      </dsp:nvSpPr>
      <dsp:spPr bwMode="auto">
        <a:xfrm>
          <a:off x="457200" y="73148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Служба приема и размещения гостей — дежурные администраторы, кассир, портье</a:t>
          </a:r>
          <a:endParaRPr lang="ru-RU" sz="1600" b="0" i="0"/>
        </a:p>
      </dsp:txBody>
      <dsp:txXfrm>
        <a:off x="477375" y="751659"/>
        <a:ext cx="7981132" cy="372930"/>
      </dsp:txXfrm>
    </dsp:sp>
    <dsp:sp modelId="{63FC3438-6ACB-4A8D-B522-DFC3D8E1CD11}">
      <dsp:nvSpPr>
        <dsp:cNvPr id="0" name=""/>
        <dsp:cNvSpPr/>
      </dsp:nvSpPr>
      <dsp:spPr bwMode="auto">
        <a:xfrm>
          <a:off x="0" y="157316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E08BC0B-EC1A-41C4-8107-8E28389115AD}">
      <dsp:nvSpPr>
        <dsp:cNvPr id="0" name=""/>
        <dsp:cNvSpPr/>
      </dsp:nvSpPr>
      <dsp:spPr bwMode="auto">
        <a:xfrm>
          <a:off x="457200" y="136652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Служба обслуживания гостей — носильщики, швейцары, курьеры, </a:t>
          </a:r>
          <a:r>
            <a:rPr lang="ru-RU" sz="1600" b="1" i="0"/>
            <a:t>парковщики</a:t>
          </a:r>
          <a:endParaRPr lang="ru-RU" sz="1600" b="0" i="0"/>
        </a:p>
      </dsp:txBody>
      <dsp:txXfrm>
        <a:off x="477375" y="1386699"/>
        <a:ext cx="7981132" cy="372930"/>
      </dsp:txXfrm>
    </dsp:sp>
    <dsp:sp modelId="{572EE1F6-7CBC-44D6-AF3B-776700607636}">
      <dsp:nvSpPr>
        <dsp:cNvPr id="0" name=""/>
        <dsp:cNvSpPr/>
      </dsp:nvSpPr>
      <dsp:spPr bwMode="auto">
        <a:xfrm>
          <a:off x="0" y="220820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EE603B7-A4F8-452C-9428-ECEC4CF17411}">
      <dsp:nvSpPr>
        <dsp:cNvPr id="0" name=""/>
        <dsp:cNvSpPr/>
      </dsp:nvSpPr>
      <dsp:spPr bwMode="auto">
        <a:xfrm>
          <a:off x="457200" y="2001563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Хозяйственная служба — горничные, прачечная, уборщики территории и общественных мест</a:t>
          </a:r>
          <a:endParaRPr lang="ru-RU" sz="1600" b="0" i="0"/>
        </a:p>
      </dsp:txBody>
      <dsp:txXfrm>
        <a:off x="477375" y="2021739"/>
        <a:ext cx="7981132" cy="372930"/>
      </dsp:txXfrm>
    </dsp:sp>
    <dsp:sp modelId="{979D0EC4-3DCF-4B54-81CB-7590760F4FE3}">
      <dsp:nvSpPr>
        <dsp:cNvPr id="0" name=""/>
        <dsp:cNvSpPr/>
      </dsp:nvSpPr>
      <dsp:spPr bwMode="auto">
        <a:xfrm>
          <a:off x="0" y="284324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3FC59B9B-5A3C-43ED-90C2-5BE0354F4CD6}">
      <dsp:nvSpPr>
        <dsp:cNvPr id="0" name=""/>
        <dsp:cNvSpPr/>
      </dsp:nvSpPr>
      <dsp:spPr bwMode="auto">
        <a:xfrm>
          <a:off x="457200" y="263660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Служба питания — шеф-повар, повара, бармены, официанты, стюарды на кухне</a:t>
          </a:r>
          <a:endParaRPr lang="ru-RU" sz="1600" b="0" i="0"/>
        </a:p>
      </dsp:txBody>
      <dsp:txXfrm>
        <a:off x="477375" y="2656779"/>
        <a:ext cx="7981132" cy="372930"/>
      </dsp:txXfrm>
    </dsp:sp>
    <dsp:sp modelId="{5A637577-E7AD-41ED-A056-1BDE071B292A}">
      <dsp:nvSpPr>
        <dsp:cNvPr id="0" name=""/>
        <dsp:cNvSpPr/>
      </dsp:nvSpPr>
      <dsp:spPr bwMode="auto">
        <a:xfrm>
          <a:off x="0" y="347828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27864162-2CAA-4D7A-A615-34269EB40C0C}">
      <dsp:nvSpPr>
        <dsp:cNvPr id="0" name=""/>
        <dsp:cNvSpPr/>
      </dsp:nvSpPr>
      <dsp:spPr bwMode="auto">
        <a:xfrm>
          <a:off x="457200" y="327164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Служба безопасности — охранники</a:t>
          </a:r>
          <a:endParaRPr lang="ru-RU" sz="1600" b="0" i="0"/>
        </a:p>
      </dsp:txBody>
      <dsp:txXfrm>
        <a:off x="477375" y="3291819"/>
        <a:ext cx="7981132" cy="372930"/>
      </dsp:txXfrm>
    </dsp:sp>
    <dsp:sp modelId="{6EDBE823-58FD-4E84-8D21-1969F53BEA70}">
      <dsp:nvSpPr>
        <dsp:cNvPr id="0" name=""/>
        <dsp:cNvSpPr/>
      </dsp:nvSpPr>
      <dsp:spPr bwMode="auto">
        <a:xfrm>
          <a:off x="0" y="411332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DB001B2C-C238-4FB1-95D2-860C97A8CDCD}">
      <dsp:nvSpPr>
        <dsp:cNvPr id="0" name=""/>
        <dsp:cNvSpPr/>
      </dsp:nvSpPr>
      <dsp:spPr bwMode="auto">
        <a:xfrm>
          <a:off x="457200" y="390668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Инженерная служба — электрики, сантехники, ремонтники</a:t>
          </a:r>
          <a:endParaRPr lang="ru-RU" sz="1600" b="0" i="0"/>
        </a:p>
      </dsp:txBody>
      <dsp:txXfrm>
        <a:off x="477375" y="3926858"/>
        <a:ext cx="7981132" cy="372930"/>
      </dsp:txXfrm>
    </dsp:sp>
    <dsp:sp modelId="{45159986-8182-46D2-88C4-70849CD1D175}">
      <dsp:nvSpPr>
        <dsp:cNvPr id="0" name=""/>
        <dsp:cNvSpPr/>
      </dsp:nvSpPr>
      <dsp:spPr bwMode="auto">
        <a:xfrm>
          <a:off x="0" y="4748364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BF5E36E6-F44E-4D8B-BEF6-45ADE67E0F19}">
      <dsp:nvSpPr>
        <dsp:cNvPr id="0" name=""/>
        <dsp:cNvSpPr/>
      </dsp:nvSpPr>
      <dsp:spPr bwMode="auto">
        <a:xfrm>
          <a:off x="457200" y="454172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закупок — административно-хозяйственный отдел или снабженцы</a:t>
          </a:r>
          <a:endParaRPr lang="ru-RU" sz="1600" b="0" i="0"/>
        </a:p>
      </dsp:txBody>
      <dsp:txXfrm>
        <a:off x="477375" y="4561899"/>
        <a:ext cx="7981132" cy="372930"/>
      </dsp:txXfrm>
    </dsp:sp>
    <dsp:sp modelId="{F9B6D90E-F390-47BF-8539-E61E9D7C8549}">
      <dsp:nvSpPr>
        <dsp:cNvPr id="0" name=""/>
        <dsp:cNvSpPr/>
      </dsp:nvSpPr>
      <dsp:spPr bwMode="auto">
        <a:xfrm>
          <a:off x="0" y="5383403"/>
          <a:ext cx="9144000" cy="352800"/>
        </a:xfrm>
        <a:prstGeom prst="rect">
          <a:avLst/>
        </a:prstGeom>
        <a:solidFill>
          <a:schemeClr val="dk1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6E07151-B3E0-48E5-9181-7CD62F8C4728}">
      <dsp:nvSpPr>
        <dsp:cNvPr id="0" name=""/>
        <dsp:cNvSpPr/>
      </dsp:nvSpPr>
      <dsp:spPr bwMode="auto">
        <a:xfrm>
          <a:off x="457200" y="5176764"/>
          <a:ext cx="8021482" cy="413280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41935" tIns="36000" rIns="241935" bIns="3600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i="0"/>
            <a:t>Кадровая и финансовая службы — HR-менеджеры, бухгалтер</a:t>
          </a:r>
          <a:endParaRPr lang="ru-RU" sz="1600" b="0" i="0"/>
        </a:p>
      </dsp:txBody>
      <dsp:txXfrm>
        <a:off x="477375" y="5196939"/>
        <a:ext cx="7981132" cy="372930"/>
      </dsp:txXfrm>
    </dsp:sp>
  </dsp:spTree>
</dsp:drawing>
</file>

<file path=ppt/diagrams/drawing9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460177088" name=""/>
      <dsp:cNvGrpSpPr/>
    </dsp:nvGrpSpPr>
    <dsp:grpSpPr bwMode="auto">
      <a:xfrm>
        <a:off x="0" y="0"/>
        <a:ext cx="8712968" cy="5184576"/>
        <a:chOff x="0" y="0"/>
        <a:chExt cx="8712968" cy="5184576"/>
      </a:xfrm>
    </dsp:grpSpPr>
    <dsp:sp modelId="{3A1E9CAA-DF9B-4CDB-A0ED-C168E738935A}">
      <dsp:nvSpPr>
        <dsp:cNvPr id="0" name=""/>
        <dsp:cNvSpPr/>
      </dsp:nvSpPr>
      <dsp:spPr bwMode="auto">
        <a:xfrm rot="5400000">
          <a:off x="5275480" y="-2939108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способность приспосабливаться к переменам во внешней среде; </a:t>
          </a:r>
          <a:endParaRPr/>
        </a:p>
      </dsp:txBody>
      <dsp:txXfrm rot="-5400000">
        <a:off x="2279791" y="78106"/>
        <a:ext cx="6410844" cy="397938"/>
      </dsp:txXfrm>
    </dsp:sp>
    <dsp:sp modelId="{F1DBB5C4-B2C5-4030-9210-BBCE08E65F11}">
      <dsp:nvSpPr>
        <dsp:cNvPr id="0" name=""/>
        <dsp:cNvSpPr/>
      </dsp:nvSpPr>
      <dsp:spPr bwMode="auto">
        <a:xfrm>
          <a:off x="804" y="1454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адаптивность</a:t>
          </a:r>
          <a:endParaRPr/>
        </a:p>
      </dsp:txBody>
      <dsp:txXfrm>
        <a:off x="27714" y="28364"/>
        <a:ext cx="2225167" cy="497422"/>
      </dsp:txXfrm>
    </dsp:sp>
    <dsp:sp modelId="{20806CAB-C97A-4C85-8295-5EFBD06226F4}">
      <dsp:nvSpPr>
        <dsp:cNvPr id="0" name=""/>
        <dsp:cNvSpPr/>
      </dsp:nvSpPr>
      <dsp:spPr bwMode="auto">
        <a:xfrm rot="5400000">
          <a:off x="5275480" y="-2360306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способность чутко реагировать на изменение спроса, технологий; </a:t>
          </a:r>
          <a:endParaRPr/>
        </a:p>
      </dsp:txBody>
      <dsp:txXfrm rot="-5400000">
        <a:off x="2279791" y="656910"/>
        <a:ext cx="6410844" cy="397938"/>
      </dsp:txXfrm>
    </dsp:sp>
    <dsp:sp modelId="{E3107B5D-EC84-4B92-9493-2EE3F72BA6B4}">
      <dsp:nvSpPr>
        <dsp:cNvPr id="0" name=""/>
        <dsp:cNvSpPr/>
      </dsp:nvSpPr>
      <dsp:spPr bwMode="auto">
        <a:xfrm>
          <a:off x="804" y="580258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динамизм, гибкость</a:t>
          </a:r>
          <a:endParaRPr/>
        </a:p>
      </dsp:txBody>
      <dsp:txXfrm>
        <a:off x="27714" y="607167"/>
        <a:ext cx="2225167" cy="497422"/>
      </dsp:txXfrm>
    </dsp:sp>
    <dsp:sp modelId="{075F5D51-36AD-4EAD-A582-19279B2A935F}">
      <dsp:nvSpPr>
        <dsp:cNvPr id="0" name=""/>
        <dsp:cNvSpPr/>
      </dsp:nvSpPr>
      <dsp:spPr bwMode="auto">
        <a:xfrm rot="5400000">
          <a:off x="5275480" y="-1781503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постоянное соответствие организационной структуры параметрам управляемой системы; </a:t>
          </a:r>
          <a:endParaRPr/>
        </a:p>
      </dsp:txBody>
      <dsp:txXfrm rot="-5400000">
        <a:off x="2279791" y="1235713"/>
        <a:ext cx="6410844" cy="397938"/>
      </dsp:txXfrm>
    </dsp:sp>
    <dsp:sp modelId="{3098F0FB-9E50-42A8-9CCD-ABE98D471D5C}">
      <dsp:nvSpPr>
        <dsp:cNvPr id="0" name=""/>
        <dsp:cNvSpPr/>
      </dsp:nvSpPr>
      <dsp:spPr bwMode="auto">
        <a:xfrm>
          <a:off x="804" y="1159061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адекватность</a:t>
          </a:r>
          <a:endParaRPr/>
        </a:p>
      </dsp:txBody>
      <dsp:txXfrm>
        <a:off x="27714" y="1185970"/>
        <a:ext cx="2225167" cy="497422"/>
      </dsp:txXfrm>
    </dsp:sp>
    <dsp:sp modelId="{D3E9B28B-44F3-4192-90A6-1E0A2429BAFC}">
      <dsp:nvSpPr>
        <dsp:cNvPr id="0" name=""/>
        <dsp:cNvSpPr/>
      </dsp:nvSpPr>
      <dsp:spPr bwMode="auto">
        <a:xfrm rot="5400000">
          <a:off x="5275480" y="-1202700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ограничение и конкретизация сферы деятельности каждого управленческого звена; </a:t>
          </a:r>
          <a:endParaRPr/>
        </a:p>
      </dsp:txBody>
      <dsp:txXfrm rot="-5400000">
        <a:off x="2279791" y="1814515"/>
        <a:ext cx="6410844" cy="397938"/>
      </dsp:txXfrm>
    </dsp:sp>
    <dsp:sp modelId="{C9BF2B41-7C13-4814-91B4-9E4878CC9965}">
      <dsp:nvSpPr>
        <dsp:cNvPr id="0" name=""/>
        <dsp:cNvSpPr/>
      </dsp:nvSpPr>
      <dsp:spPr bwMode="auto">
        <a:xfrm>
          <a:off x="804" y="1737864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специализация</a:t>
          </a:r>
          <a:endParaRPr/>
        </a:p>
      </dsp:txBody>
      <dsp:txXfrm>
        <a:off x="27714" y="1764773"/>
        <a:ext cx="2225167" cy="497422"/>
      </dsp:txXfrm>
    </dsp:sp>
    <dsp:sp modelId="{6B57211C-E56E-4EA8-BD4F-9DED201511E8}">
      <dsp:nvSpPr>
        <dsp:cNvPr id="0" name=""/>
        <dsp:cNvSpPr/>
      </dsp:nvSpPr>
      <dsp:spPr bwMode="auto">
        <a:xfrm rot="5400000">
          <a:off x="5275480" y="-623897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установление рациональных связей между уровнями и звеньями управления; </a:t>
          </a:r>
          <a:endParaRPr/>
        </a:p>
      </dsp:txBody>
      <dsp:txXfrm rot="-5400000">
        <a:off x="2279791" y="2393319"/>
        <a:ext cx="6410844" cy="397938"/>
      </dsp:txXfrm>
    </dsp:sp>
    <dsp:sp modelId="{28B023DB-3262-4EAA-886F-75DBDC0987AE}">
      <dsp:nvSpPr>
        <dsp:cNvPr id="0" name=""/>
        <dsp:cNvSpPr/>
      </dsp:nvSpPr>
      <dsp:spPr bwMode="auto">
        <a:xfrm>
          <a:off x="804" y="2316667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оптимальность</a:t>
          </a:r>
          <a:endParaRPr/>
        </a:p>
      </dsp:txBody>
      <dsp:txXfrm>
        <a:off x="27714" y="2343576"/>
        <a:ext cx="2225167" cy="497422"/>
      </dsp:txXfrm>
    </dsp:sp>
    <dsp:sp modelId="{76965D19-F867-4A18-B77A-6BDACF33D7F5}">
      <dsp:nvSpPr>
        <dsp:cNvPr id="0" name=""/>
        <dsp:cNvSpPr/>
      </dsp:nvSpPr>
      <dsp:spPr bwMode="auto">
        <a:xfrm rot="5400000">
          <a:off x="5275480" y="-45094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недопущение необратимых изменений в управляемой системе за время принятия решения; </a:t>
          </a:r>
          <a:endParaRPr/>
        </a:p>
      </dsp:txBody>
      <dsp:txXfrm rot="-5400000">
        <a:off x="2279791" y="2972122"/>
        <a:ext cx="6410844" cy="397938"/>
      </dsp:txXfrm>
    </dsp:sp>
    <dsp:sp modelId="{7DBF16C1-86A3-47D2-BDEA-FB7FB6F8FE9C}">
      <dsp:nvSpPr>
        <dsp:cNvPr id="0" name=""/>
        <dsp:cNvSpPr/>
      </dsp:nvSpPr>
      <dsp:spPr bwMode="auto">
        <a:xfrm>
          <a:off x="804" y="2895470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оперативность</a:t>
          </a:r>
          <a:endParaRPr/>
        </a:p>
      </dsp:txBody>
      <dsp:txXfrm>
        <a:off x="27714" y="2922379"/>
        <a:ext cx="2225167" cy="497422"/>
      </dsp:txXfrm>
    </dsp:sp>
    <dsp:sp modelId="{DECD4102-1673-4F80-BB63-0F4130A00D96}">
      <dsp:nvSpPr>
        <dsp:cNvPr id="0" name=""/>
        <dsp:cNvSpPr/>
      </dsp:nvSpPr>
      <dsp:spPr bwMode="auto">
        <a:xfrm rot="5400000">
          <a:off x="5275480" y="533708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гарантия достоверности передачи информации; </a:t>
          </a:r>
          <a:endParaRPr/>
        </a:p>
      </dsp:txBody>
      <dsp:txXfrm rot="-5400000">
        <a:off x="2279791" y="3550925"/>
        <a:ext cx="6410844" cy="397938"/>
      </dsp:txXfrm>
    </dsp:sp>
    <dsp:sp modelId="{FC45D2E9-111C-42F9-9486-23017BC3CB96}">
      <dsp:nvSpPr>
        <dsp:cNvPr id="0" name=""/>
        <dsp:cNvSpPr/>
      </dsp:nvSpPr>
      <dsp:spPr bwMode="auto">
        <a:xfrm>
          <a:off x="804" y="3474273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надежность</a:t>
          </a:r>
          <a:endParaRPr/>
        </a:p>
      </dsp:txBody>
      <dsp:txXfrm>
        <a:off x="27714" y="3501182"/>
        <a:ext cx="2225167" cy="497422"/>
      </dsp:txXfrm>
    </dsp:sp>
    <dsp:sp modelId="{BDA0DBA3-AD36-4C18-A330-0FEE4F755B00}">
      <dsp:nvSpPr>
        <dsp:cNvPr id="0" name=""/>
        <dsp:cNvSpPr/>
      </dsp:nvSpPr>
      <dsp:spPr bwMode="auto">
        <a:xfrm rot="5400000">
          <a:off x="5275480" y="1112511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соответствие затрат на содержание органов управления возможностям организации; </a:t>
          </a:r>
          <a:endParaRPr/>
        </a:p>
      </dsp:txBody>
      <dsp:txXfrm rot="-5400000">
        <a:off x="2279791" y="4129728"/>
        <a:ext cx="6410844" cy="397938"/>
      </dsp:txXfrm>
    </dsp:sp>
    <dsp:sp modelId="{D4332DEA-CB99-48C2-A714-06E398584397}">
      <dsp:nvSpPr>
        <dsp:cNvPr id="0" name=""/>
        <dsp:cNvSpPr/>
      </dsp:nvSpPr>
      <dsp:spPr bwMode="auto">
        <a:xfrm>
          <a:off x="804" y="4053076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экономичность</a:t>
          </a:r>
          <a:endParaRPr/>
        </a:p>
      </dsp:txBody>
      <dsp:txXfrm>
        <a:off x="27714" y="4079985"/>
        <a:ext cx="2225167" cy="497422"/>
      </dsp:txXfrm>
    </dsp:sp>
    <dsp:sp modelId="{2304902A-4497-4BE8-A9FE-7C53853369D6}">
      <dsp:nvSpPr>
        <dsp:cNvPr id="0" name=""/>
        <dsp:cNvSpPr/>
      </dsp:nvSpPr>
      <dsp:spPr bwMode="auto">
        <a:xfrm rot="5400000">
          <a:off x="5275480" y="1691314"/>
          <a:ext cx="440992" cy="6432371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tint val="40000"/>
            <a:hueOff val="0"/>
            <a:satOff val="0"/>
            <a:lumOff val="0"/>
            <a:alphaOff val="0"/>
            <a:alpha val="9000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1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latin typeface="+mn-lt"/>
              <a:cs typeface="Times New Roman"/>
            </a:rPr>
            <a:t>легкость для персонала в приспособлении к данной форме управления. </a:t>
          </a:r>
          <a:endParaRPr/>
        </a:p>
      </dsp:txBody>
      <dsp:txXfrm rot="-5400000">
        <a:off x="2279791" y="4708530"/>
        <a:ext cx="6410844" cy="397938"/>
      </dsp:txXfrm>
    </dsp:sp>
    <dsp:sp modelId="{BAD9EDB2-578B-4E08-9CC2-EA06BCDDCE0B}">
      <dsp:nvSpPr>
        <dsp:cNvPr id="0" name=""/>
        <dsp:cNvSpPr/>
      </dsp:nvSpPr>
      <dsp:spPr bwMode="auto">
        <a:xfrm>
          <a:off x="804" y="4631879"/>
          <a:ext cx="2278985" cy="551240"/>
        </a:xfrm>
        <a:prstGeom prst="roundRect">
          <a:avLst>
            <a:gd name="adj" fmla="val 1666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>
              <a:latin typeface="+mn-lt"/>
              <a:cs typeface="Times New Roman"/>
            </a:rPr>
            <a:t>простота</a:t>
          </a:r>
          <a:endParaRPr/>
        </a:p>
      </dsp:txBody>
      <dsp:txXfrm>
        <a:off x="27714" y="4658788"/>
        <a:ext cx="2225167" cy="497422"/>
      </dsp:txXfrm>
    </dsp:sp>
  </dsp:spTree>
</dsp:drawing>
</file>

<file path=ppt/diagrams/drawing10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45952022" name=""/>
      <dsp:cNvGrpSpPr/>
    </dsp:nvGrpSpPr>
    <dsp:grpSpPr bwMode="auto">
      <a:xfrm>
        <a:off x="0" y="0"/>
        <a:ext cx="8568952" cy="6597352"/>
        <a:chOff x="0" y="0"/>
        <a:chExt cx="8568952" cy="6597352"/>
      </a:xfrm>
    </dsp:grpSpPr>
    <dsp:sp modelId="{CE432A27-A971-4A57-A764-F1F5B0DAB325}">
      <dsp:nvSpPr>
        <dsp:cNvPr id="0" name=""/>
        <dsp:cNvSpPr/>
      </dsp:nvSpPr>
      <dsp:spPr bwMode="auto">
        <a:xfrm>
          <a:off x="6223165" y="2290565"/>
          <a:ext cx="218721" cy="224611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2246110"/>
              </a:lnTo>
              <a:lnTo>
                <a:pt x="218721" y="2246110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949ACD75-90DA-4182-B204-8EA1D0DD0039}">
      <dsp:nvSpPr>
        <dsp:cNvPr id="0" name=""/>
        <dsp:cNvSpPr/>
      </dsp:nvSpPr>
      <dsp:spPr bwMode="auto">
        <a:xfrm>
          <a:off x="4327172" y="522475"/>
          <a:ext cx="2882019" cy="706385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483427"/>
              </a:lnTo>
              <a:lnTo>
                <a:pt x="2882019" y="483427"/>
              </a:lnTo>
              <a:lnTo>
                <a:pt x="2882019" y="70638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4DD270E0-D9DE-4292-8152-7E6CAF2718B4}">
      <dsp:nvSpPr>
        <dsp:cNvPr id="0" name=""/>
        <dsp:cNvSpPr/>
      </dsp:nvSpPr>
      <dsp:spPr bwMode="auto">
        <a:xfrm>
          <a:off x="3312182" y="2290565"/>
          <a:ext cx="218721" cy="2246116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2246116"/>
              </a:lnTo>
              <a:lnTo>
                <a:pt x="218721" y="2246116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9F4B4B37-C917-47D5-86D9-74F22FC57405}">
      <dsp:nvSpPr>
        <dsp:cNvPr id="0" name=""/>
        <dsp:cNvSpPr/>
      </dsp:nvSpPr>
      <dsp:spPr bwMode="auto">
        <a:xfrm>
          <a:off x="4252489" y="522475"/>
          <a:ext cx="91440" cy="706385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74683" y="0"/>
              </a:moveTo>
              <a:lnTo>
                <a:pt x="74683" y="483427"/>
              </a:lnTo>
              <a:lnTo>
                <a:pt x="45720" y="483427"/>
              </a:lnTo>
              <a:lnTo>
                <a:pt x="45720" y="70638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92C3F1A-E523-4AB4-AEED-3AAD0583C5B7}">
      <dsp:nvSpPr>
        <dsp:cNvPr id="0" name=""/>
        <dsp:cNvSpPr/>
      </dsp:nvSpPr>
      <dsp:spPr bwMode="auto">
        <a:xfrm>
          <a:off x="401200" y="2290565"/>
          <a:ext cx="218721" cy="2246116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2246116"/>
              </a:lnTo>
              <a:lnTo>
                <a:pt x="218721" y="2246116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405E9F5-D46F-4C7C-BE92-606DE885D04D}">
      <dsp:nvSpPr>
        <dsp:cNvPr id="0" name=""/>
        <dsp:cNvSpPr/>
      </dsp:nvSpPr>
      <dsp:spPr bwMode="auto">
        <a:xfrm>
          <a:off x="1387226" y="522475"/>
          <a:ext cx="2939945" cy="706385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2939945" y="0"/>
              </a:moveTo>
              <a:lnTo>
                <a:pt x="2939945" y="483427"/>
              </a:lnTo>
              <a:lnTo>
                <a:pt x="0" y="483427"/>
              </a:lnTo>
              <a:lnTo>
                <a:pt x="0" y="70638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FA727EA-F283-40F0-904E-845DDE49A410}">
      <dsp:nvSpPr>
        <dsp:cNvPr id="0" name=""/>
        <dsp:cNvSpPr/>
      </dsp:nvSpPr>
      <dsp:spPr bwMode="auto">
        <a:xfrm>
          <a:off x="661455" y="0"/>
          <a:ext cx="7331433" cy="522475"/>
        </a:xfrm>
        <a:prstGeom prst="rect">
          <a:avLst/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/>
            <a:t>Технологии, обслуживающие туристскую отрасль, подразделяются на 3 сферы</a:t>
          </a:r>
          <a:endParaRPr lang="ru-RU" sz="1600" b="1"/>
        </a:p>
      </dsp:txBody>
      <dsp:txXfrm>
        <a:off x="661455" y="0"/>
        <a:ext cx="7331433" cy="522475"/>
      </dsp:txXfrm>
    </dsp:sp>
    <dsp:sp modelId="{E2A2BB4A-0700-4EA8-853D-92E72AF24D92}">
      <dsp:nvSpPr>
        <dsp:cNvPr id="0" name=""/>
        <dsp:cNvSpPr/>
      </dsp:nvSpPr>
      <dsp:spPr bwMode="auto">
        <a:xfrm>
          <a:off x="154693" y="1228861"/>
          <a:ext cx="2465066" cy="1061704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/>
            <a:t>1. Транспортная техника </a:t>
          </a:r>
          <a:endParaRPr lang="ru-RU" sz="1600"/>
        </a:p>
      </dsp:txBody>
      <dsp:txXfrm>
        <a:off x="154693" y="1228861"/>
        <a:ext cx="2465066" cy="1061704"/>
      </dsp:txXfrm>
    </dsp:sp>
    <dsp:sp modelId="{AB3A621E-FA0C-4015-ABE4-5C66F93AFA9A}">
      <dsp:nvSpPr>
        <dsp:cNvPr id="0" name=""/>
        <dsp:cNvSpPr/>
      </dsp:nvSpPr>
      <dsp:spPr bwMode="auto">
        <a:xfrm>
          <a:off x="619921" y="3029056"/>
          <a:ext cx="2123409" cy="30152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/>
            <a:t>Развитие туризма вряд ли было бы возможно без обновления транспортных средств.</a:t>
          </a:r>
          <a:endParaRPr lang="ru-RU" sz="1600"/>
        </a:p>
      </dsp:txBody>
      <dsp:txXfrm>
        <a:off x="619921" y="3029056"/>
        <a:ext cx="2123409" cy="3015252"/>
      </dsp:txXfrm>
    </dsp:sp>
    <dsp:sp modelId="{62818F72-0AD4-49DF-A145-1BBB107B7FCF}">
      <dsp:nvSpPr>
        <dsp:cNvPr id="0" name=""/>
        <dsp:cNvSpPr/>
      </dsp:nvSpPr>
      <dsp:spPr bwMode="auto">
        <a:xfrm>
          <a:off x="3065675" y="1228861"/>
          <a:ext cx="2465066" cy="1061704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/>
            <a:t>2. Оснащение гостиниц и ресторанов </a:t>
          </a:r>
          <a:endParaRPr lang="ru-RU" sz="1600"/>
        </a:p>
      </dsp:txBody>
      <dsp:txXfrm>
        <a:off x="3065675" y="1228861"/>
        <a:ext cx="2465066" cy="1061704"/>
      </dsp:txXfrm>
    </dsp:sp>
    <dsp:sp modelId="{20BFC33C-2383-4B4C-9196-ACBB3B23098C}">
      <dsp:nvSpPr>
        <dsp:cNvPr id="0" name=""/>
        <dsp:cNvSpPr/>
      </dsp:nvSpPr>
      <dsp:spPr bwMode="auto">
        <a:xfrm>
          <a:off x="3530904" y="3029056"/>
          <a:ext cx="2123409" cy="30152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/>
            <a:t>Гостиничная и ресторанная техника в последние десятилетия значительно улучшилась, поэтому упростились и рабочие процессы в гостиничном и ресторанном хозяйстве.</a:t>
          </a:r>
          <a:endParaRPr lang="ru-RU" sz="1600"/>
        </a:p>
      </dsp:txBody>
      <dsp:txXfrm>
        <a:off x="3530904" y="3029056"/>
        <a:ext cx="2123409" cy="3015252"/>
      </dsp:txXfrm>
    </dsp:sp>
    <dsp:sp modelId="{DA6BAFF3-86F6-408A-9904-07930CA525F6}">
      <dsp:nvSpPr>
        <dsp:cNvPr id="0" name=""/>
        <dsp:cNvSpPr/>
      </dsp:nvSpPr>
      <dsp:spPr bwMode="auto">
        <a:xfrm>
          <a:off x="5976658" y="1228861"/>
          <a:ext cx="2465066" cy="1061704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/>
            <a:t>3. Коммуникационная техника обусловлена развитием компьютерных технологий</a:t>
          </a:r>
          <a:endParaRPr lang="ru-RU" sz="1600"/>
        </a:p>
      </dsp:txBody>
      <dsp:txXfrm>
        <a:off x="5976658" y="1228861"/>
        <a:ext cx="2465066" cy="1061704"/>
      </dsp:txXfrm>
    </dsp:sp>
    <dsp:sp modelId="{33CAC64D-08C7-41D6-B212-A5EFAE843A72}">
      <dsp:nvSpPr>
        <dsp:cNvPr id="0" name=""/>
        <dsp:cNvSpPr/>
      </dsp:nvSpPr>
      <dsp:spPr bwMode="auto">
        <a:xfrm>
          <a:off x="6441886" y="3029056"/>
          <a:ext cx="2123409" cy="30152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/>
            <a:t>С помощью Интернета в течение нескольких секунд можно получить информацию о свободных местах в гостиницах, о движении транспортных средств и тарифах; автоматизировано сегодня и оформление билетов.</a:t>
          </a:r>
          <a:endParaRPr lang="ru-RU" sz="1600"/>
        </a:p>
      </dsp:txBody>
      <dsp:txXfrm>
        <a:off x="6441886" y="3029056"/>
        <a:ext cx="2123409" cy="3015241"/>
      </dsp:txXfrm>
    </dsp:sp>
  </dsp:spTree>
</dsp:drawing>
</file>

<file path=ppt/diagrams/drawing1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88206989" name=""/>
      <dsp:cNvGrpSpPr/>
    </dsp:nvGrpSpPr>
    <dsp:grpSpPr bwMode="auto">
      <a:xfrm>
        <a:off x="0" y="0"/>
        <a:ext cx="8712968" cy="5688632"/>
        <a:chOff x="0" y="0"/>
        <a:chExt cx="8712968" cy="5688632"/>
      </a:xfrm>
    </dsp:grpSpPr>
    <dsp:sp modelId="{DEB8B187-6F88-4D94-A8DD-BC03E725FF64}">
      <dsp:nvSpPr>
        <dsp:cNvPr id="0" name=""/>
        <dsp:cNvSpPr/>
      </dsp:nvSpPr>
      <dsp:spPr bwMode="auto">
        <a:xfrm rot="5400000">
          <a:off x="5203900" y="-2696169"/>
          <a:ext cx="718856" cy="6292760"/>
        </a:xfrm>
        <a:prstGeom prst="round1Rect">
          <a:avLst>
            <a:gd name="adj" fmla="val 16667"/>
          </a:avLst>
        </a:prstGeom>
        <a:solidFill>
          <a:schemeClr val="accent3">
            <a:lumMod val="20000"/>
            <a:lumOff val="80000"/>
            <a:alpha val="90000"/>
          </a:schemeClr>
        </a:solidFill>
        <a:ln w="3175" cap="flat" cmpd="dbl" algn="ctr">
          <a:solidFill>
            <a:schemeClr val="accent2">
              <a:lumMod val="5000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предполагает разделение производственного процесса на отдельные технологические этапы, например, гостиничный цикл, который включает в себя: прием, регистрацию, обслуживание, выписку и проводы гостя.</a:t>
          </a:r>
          <a:endParaRPr lang="ru-RU" sz="1400"/>
        </a:p>
      </dsp:txBody>
      <dsp:txXfrm rot="-5400000">
        <a:off x="2416948" y="90783"/>
        <a:ext cx="6292760" cy="683764"/>
      </dsp:txXfrm>
    </dsp:sp>
    <dsp:sp modelId="{B828FDE7-0DDE-4836-A72E-0F0A6EE8E5F4}">
      <dsp:nvSpPr>
        <dsp:cNvPr id="0" name=""/>
        <dsp:cNvSpPr/>
      </dsp:nvSpPr>
      <dsp:spPr bwMode="auto">
        <a:xfrm>
          <a:off x="3258" y="926"/>
          <a:ext cx="2413689" cy="898569"/>
        </a:xfrm>
        <a:prstGeom prst="snip1Rect">
          <a:avLst>
            <a:gd name="adj" fmla="val 16667"/>
          </a:avLst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1. Дифференциация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3258" y="75808"/>
        <a:ext cx="2338807" cy="823688"/>
      </dsp:txXfrm>
    </dsp:sp>
    <dsp:sp modelId="{8666D35A-0AF1-4D5C-AC58-A68BABF35A13}">
      <dsp:nvSpPr>
        <dsp:cNvPr id="0" name=""/>
        <dsp:cNvSpPr/>
      </dsp:nvSpPr>
      <dsp:spPr bwMode="auto">
        <a:xfrm rot="5400000">
          <a:off x="5078686" y="-1717313"/>
          <a:ext cx="969284" cy="6292760"/>
        </a:xfrm>
        <a:prstGeom prst="round1Rect">
          <a:avLst>
            <a:gd name="adj" fmla="val 16667"/>
          </a:avLst>
        </a:prstGeom>
        <a:solidFill>
          <a:schemeClr val="accent3">
            <a:lumMod val="20000"/>
            <a:lumOff val="80000"/>
            <a:alpha val="90000"/>
          </a:schemeClr>
        </a:solidFill>
        <a:ln w="3175" cap="flat" cmpd="dbl" algn="ctr">
          <a:solidFill>
            <a:schemeClr val="accent2">
              <a:lumMod val="5000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основана на ограничении элементов производственного процесса. </a:t>
          </a:r>
          <a:endParaRPr lang="ru-RU" sz="1400"/>
        </a:p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предполагает закрепление за каждым рабочим местом и подразделением строго ограниченной номенклатуры работ, операций, </a:t>
          </a:r>
          <a:endParaRPr lang="ru-RU" sz="1400"/>
        </a:p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за каждой службой закреплены функции каждого работника.</a:t>
          </a:r>
          <a:endParaRPr lang="ru-RU" sz="1400"/>
        </a:p>
      </dsp:txBody>
      <dsp:txXfrm rot="-5400000">
        <a:off x="2416949" y="944424"/>
        <a:ext cx="6292760" cy="921967"/>
      </dsp:txXfrm>
    </dsp:sp>
    <dsp:sp modelId="{29D7888C-3EE5-4962-9729-C3C6A6921585}">
      <dsp:nvSpPr>
        <dsp:cNvPr id="0" name=""/>
        <dsp:cNvSpPr/>
      </dsp:nvSpPr>
      <dsp:spPr bwMode="auto">
        <a:xfrm>
          <a:off x="3258" y="979782"/>
          <a:ext cx="2413689" cy="898569"/>
        </a:xfrm>
        <a:prstGeom prst="snip1Rect">
          <a:avLst>
            <a:gd name="adj" fmla="val 16667"/>
          </a:avLst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2. Специализация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3258" y="1054664"/>
        <a:ext cx="2338807" cy="823688"/>
      </dsp:txXfrm>
    </dsp:sp>
    <dsp:sp modelId="{99F18D41-99B6-421D-B2D5-8E12712D4D06}">
      <dsp:nvSpPr>
        <dsp:cNvPr id="0" name=""/>
        <dsp:cNvSpPr/>
      </dsp:nvSpPr>
      <dsp:spPr bwMode="auto">
        <a:xfrm rot="5400000">
          <a:off x="5203900" y="-738457"/>
          <a:ext cx="718856" cy="6292760"/>
        </a:xfrm>
        <a:prstGeom prst="round1Rect">
          <a:avLst>
            <a:gd name="adj" fmla="val 16667"/>
          </a:avLst>
        </a:prstGeom>
        <a:solidFill>
          <a:schemeClr val="accent3">
            <a:lumMod val="20000"/>
            <a:lumOff val="80000"/>
            <a:alpha val="90000"/>
          </a:schemeClr>
        </a:solidFill>
        <a:ln w="3175" cap="flat" cmpd="dbl" algn="ctr">
          <a:solidFill>
            <a:schemeClr val="accent2">
              <a:lumMod val="5000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означает относительно равную загрузку рабочих мест.</a:t>
          </a:r>
          <a:endParaRPr lang="ru-RU" sz="1400"/>
        </a:p>
      </dsp:txBody>
      <dsp:txXfrm rot="-5400000">
        <a:off x="2416948" y="2048495"/>
        <a:ext cx="6292760" cy="683764"/>
      </dsp:txXfrm>
    </dsp:sp>
    <dsp:sp modelId="{7B8EAD62-1613-4A76-85EC-1074E8D3497B}">
      <dsp:nvSpPr>
        <dsp:cNvPr id="0" name=""/>
        <dsp:cNvSpPr/>
      </dsp:nvSpPr>
      <dsp:spPr bwMode="auto">
        <a:xfrm>
          <a:off x="3258" y="1958638"/>
          <a:ext cx="2413689" cy="898569"/>
        </a:xfrm>
        <a:prstGeom prst="snip1Rect">
          <a:avLst>
            <a:gd name="adj" fmla="val 16667"/>
          </a:avLst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3. Пропорциональность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3258" y="2033520"/>
        <a:ext cx="2338807" cy="823688"/>
      </dsp:txXfrm>
    </dsp:sp>
    <dsp:sp modelId="{4185F507-2BE3-445C-AC2D-E0CEE088BD19}">
      <dsp:nvSpPr>
        <dsp:cNvPr id="0" name=""/>
        <dsp:cNvSpPr/>
      </dsp:nvSpPr>
      <dsp:spPr bwMode="auto">
        <a:xfrm rot="5400000">
          <a:off x="5203900" y="205041"/>
          <a:ext cx="718856" cy="6292760"/>
        </a:xfrm>
        <a:prstGeom prst="round1Rect">
          <a:avLst>
            <a:gd name="adj" fmla="val 16667"/>
          </a:avLst>
        </a:prstGeom>
        <a:solidFill>
          <a:schemeClr val="accent3">
            <a:lumMod val="20000"/>
            <a:lumOff val="80000"/>
            <a:alpha val="90000"/>
          </a:schemeClr>
        </a:solidFill>
        <a:ln w="3175" cap="flat" cmpd="dbl" algn="ctr">
          <a:solidFill>
            <a:schemeClr val="accent2">
              <a:lumMod val="5000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заключается в том, что каждая операция процесса должна начинаться сразу по окончании предыдущей, например, при обслуживании клиента в баре, при регистрации клиента на </a:t>
          </a:r>
          <a:r>
            <a:rPr lang="ru-RU" sz="1400"/>
            <a:t>ресепшн</a:t>
          </a:r>
          <a:r>
            <a:rPr lang="ru-RU" sz="1400"/>
            <a:t>.</a:t>
          </a:r>
          <a:endParaRPr lang="ru-RU" sz="1400"/>
        </a:p>
      </dsp:txBody>
      <dsp:txXfrm rot="-5400000">
        <a:off x="2416948" y="2991993"/>
        <a:ext cx="6292760" cy="683764"/>
      </dsp:txXfrm>
    </dsp:sp>
    <dsp:sp modelId="{4366DFCE-F4F4-4A5A-8192-1EE985DCF868}">
      <dsp:nvSpPr>
        <dsp:cNvPr id="0" name=""/>
        <dsp:cNvSpPr/>
      </dsp:nvSpPr>
      <dsp:spPr bwMode="auto">
        <a:xfrm>
          <a:off x="3258" y="2902137"/>
          <a:ext cx="2413689" cy="898569"/>
        </a:xfrm>
        <a:prstGeom prst="snip1Rect">
          <a:avLst>
            <a:gd name="adj" fmla="val 16667"/>
          </a:avLst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4. Непрерывность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в гостиничном предприятии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3258" y="2977019"/>
        <a:ext cx="2338807" cy="823688"/>
      </dsp:txXfrm>
    </dsp:sp>
    <dsp:sp modelId="{4BD99DDA-AB5E-47B6-8ACB-267C4F392CC6}">
      <dsp:nvSpPr>
        <dsp:cNvPr id="0" name=""/>
        <dsp:cNvSpPr/>
      </dsp:nvSpPr>
      <dsp:spPr bwMode="auto">
        <a:xfrm rot="5400000">
          <a:off x="5203900" y="1148541"/>
          <a:ext cx="718856" cy="6292760"/>
        </a:xfrm>
        <a:prstGeom prst="round1Rect">
          <a:avLst>
            <a:gd name="adj" fmla="val 16667"/>
          </a:avLst>
        </a:prstGeom>
        <a:solidFill>
          <a:schemeClr val="accent3">
            <a:lumMod val="20000"/>
            <a:lumOff val="80000"/>
            <a:alpha val="90000"/>
          </a:schemeClr>
        </a:solidFill>
        <a:ln w="3175" cap="flat" cmpd="dbl" algn="ctr">
          <a:solidFill>
            <a:schemeClr val="accent2">
              <a:lumMod val="5000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характеризуется тем, что отдельные операции выполняются одновременно. Параллельность достигается, например, при выписке клиента и </a:t>
          </a:r>
          <a:r>
            <a:rPr lang="ru-RU" sz="1400"/>
            <a:t>СПиР</a:t>
          </a:r>
          <a:r>
            <a:rPr lang="ru-RU" sz="1400"/>
            <a:t>, </a:t>
          </a:r>
          <a:r>
            <a:rPr lang="ru-RU" sz="1400"/>
            <a:t>и</a:t>
          </a:r>
          <a:r>
            <a:rPr lang="ru-RU" sz="1400"/>
            <a:t> СНФ.</a:t>
          </a:r>
          <a:endParaRPr lang="ru-RU" sz="1400"/>
        </a:p>
      </dsp:txBody>
      <dsp:txXfrm rot="-5400000">
        <a:off x="2416948" y="3935493"/>
        <a:ext cx="6292760" cy="683764"/>
      </dsp:txXfrm>
    </dsp:sp>
    <dsp:sp modelId="{467C0760-8EB0-4F19-9663-A4C944BEEBD4}">
      <dsp:nvSpPr>
        <dsp:cNvPr id="0" name=""/>
        <dsp:cNvSpPr/>
      </dsp:nvSpPr>
      <dsp:spPr bwMode="auto">
        <a:xfrm>
          <a:off x="3258" y="3845636"/>
          <a:ext cx="2413689" cy="898569"/>
        </a:xfrm>
        <a:prstGeom prst="snip1Rect">
          <a:avLst>
            <a:gd name="adj" fmla="val 16667"/>
          </a:avLst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5. Параллельность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3258" y="3920518"/>
        <a:ext cx="2338807" cy="823688"/>
      </dsp:txXfrm>
    </dsp:sp>
    <dsp:sp modelId="{848DB4AD-E10F-4B38-9BD0-C1F1C6F0A53B}">
      <dsp:nvSpPr>
        <dsp:cNvPr id="0" name=""/>
        <dsp:cNvSpPr/>
      </dsp:nvSpPr>
      <dsp:spPr bwMode="auto">
        <a:xfrm rot="5400000">
          <a:off x="5203900" y="2092040"/>
          <a:ext cx="718856" cy="6292760"/>
        </a:xfrm>
        <a:prstGeom prst="round1Rect">
          <a:avLst>
            <a:gd name="adj" fmla="val 16667"/>
          </a:avLst>
        </a:prstGeom>
        <a:solidFill>
          <a:schemeClr val="accent3">
            <a:lumMod val="20000"/>
            <a:lumOff val="80000"/>
            <a:alpha val="90000"/>
          </a:schemeClr>
        </a:solidFill>
        <a:ln w="3175" cap="flat" cmpd="dbl" algn="ctr">
          <a:solidFill>
            <a:schemeClr val="accent2">
              <a:lumMod val="5000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400"/>
            <a:t>означает, что все процессы и производственный процесс в целом по обслуживанию клиента в гостинице повторяются через периоды времени.</a:t>
          </a:r>
          <a:endParaRPr lang="ru-RU" sz="1400"/>
        </a:p>
      </dsp:txBody>
      <dsp:txXfrm rot="-5400000">
        <a:off x="2416948" y="4878992"/>
        <a:ext cx="6292760" cy="683764"/>
      </dsp:txXfrm>
    </dsp:sp>
    <dsp:sp modelId="{4E24BE9C-D900-4A31-B44D-B38BD261FC8E}">
      <dsp:nvSpPr>
        <dsp:cNvPr id="0" name=""/>
        <dsp:cNvSpPr/>
      </dsp:nvSpPr>
      <dsp:spPr bwMode="auto">
        <a:xfrm>
          <a:off x="3258" y="4789135"/>
          <a:ext cx="2413689" cy="898569"/>
        </a:xfrm>
        <a:prstGeom prst="snip1Rect">
          <a:avLst>
            <a:gd name="adj" fmla="val 16667"/>
          </a:avLst>
        </a:prstGeom>
        <a:gradFill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b="1" u="none">
              <a:solidFill>
                <a:schemeClr val="tx1">
                  <a:lumMod val="95000"/>
                  <a:lumOff val="5000"/>
                </a:schemeClr>
              </a:solidFill>
            </a:rPr>
            <a:t>6. Ритмичность</a:t>
          </a:r>
          <a:r>
            <a:rPr lang="ru-RU" sz="1600" u="none">
              <a:solidFill>
                <a:schemeClr val="tx1">
                  <a:lumMod val="95000"/>
                  <a:lumOff val="5000"/>
                </a:schemeClr>
              </a:solidFill>
            </a:rPr>
            <a:t> </a:t>
          </a:r>
          <a:endParaRPr lang="ru-RU" sz="1600" u="none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3258" y="4864017"/>
        <a:ext cx="2338807" cy="823688"/>
      </dsp:txXfrm>
    </dsp:sp>
  </dsp:spTree>
</dsp:drawing>
</file>

<file path=ppt/diagrams/drawing1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559546333" name=""/>
      <dsp:cNvGrpSpPr/>
    </dsp:nvGrpSpPr>
    <dsp:grpSpPr bwMode="auto">
      <a:xfrm>
        <a:off x="0" y="0"/>
        <a:ext cx="8784976" cy="5905141"/>
        <a:chOff x="0" y="0"/>
        <a:chExt cx="8784976" cy="5905141"/>
      </a:xfrm>
    </dsp:grpSpPr>
    <dsp:sp modelId="{9FD5FF93-FD38-444E-8F3E-2D92691D9A1F}">
      <dsp:nvSpPr>
        <dsp:cNvPr id="0" name=""/>
        <dsp:cNvSpPr/>
      </dsp:nvSpPr>
      <dsp:spPr bwMode="auto">
        <a:xfrm>
          <a:off x="4287" y="2375175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Технологический цикл обслуживания клиентов традиционно делят на четыре этапа</a:t>
          </a:r>
          <a:endParaRPr lang="ru-RU" sz="1500" b="0" i="0"/>
        </a:p>
      </dsp:txBody>
      <dsp:txXfrm>
        <a:off x="38110" y="2408998"/>
        <a:ext cx="2241933" cy="1087143"/>
      </dsp:txXfrm>
    </dsp:sp>
    <dsp:sp modelId="{0DF6AC15-1E40-4E3D-87FB-EB4F329E5C92}">
      <dsp:nvSpPr>
        <dsp:cNvPr id="0" name=""/>
        <dsp:cNvSpPr/>
      </dsp:nvSpPr>
      <dsp:spPr bwMode="auto">
        <a:xfrm rot="17692821">
          <a:off x="1677878" y="1938964"/>
          <a:ext cx="2195808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2195808" y="1760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700"/>
        </a:p>
      </dsp:txBody>
      <dsp:txXfrm>
        <a:off x="2720887" y="1901669"/>
        <a:ext cx="109789" cy="109789"/>
      </dsp:txXfrm>
    </dsp:sp>
    <dsp:sp modelId="{CB376873-F8E9-487D-B041-A5E1319C99C8}">
      <dsp:nvSpPr>
        <dsp:cNvPr id="0" name=""/>
        <dsp:cNvSpPr/>
      </dsp:nvSpPr>
      <dsp:spPr bwMode="auto">
        <a:xfrm>
          <a:off x="3237698" y="383163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I.  До прибытия – </a:t>
          </a:r>
          <a:endParaRPr lang="ru-RU" sz="1500" b="0" i="0"/>
        </a:p>
      </dsp:txBody>
      <dsp:txXfrm>
        <a:off x="3271521" y="416986"/>
        <a:ext cx="2241933" cy="1087143"/>
      </dsp:txXfrm>
    </dsp:sp>
    <dsp:sp modelId="{A082BAE6-B268-4607-8AD5-D920DB303684}">
      <dsp:nvSpPr>
        <dsp:cNvPr id="0" name=""/>
        <dsp:cNvSpPr/>
      </dsp:nvSpPr>
      <dsp:spPr bwMode="auto">
        <a:xfrm>
          <a:off x="5547277" y="942958"/>
          <a:ext cx="923831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923831" y="17600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500"/>
        </a:p>
      </dsp:txBody>
      <dsp:txXfrm>
        <a:off x="5986097" y="937462"/>
        <a:ext cx="46191" cy="46191"/>
      </dsp:txXfrm>
    </dsp:sp>
    <dsp:sp modelId="{BC0E4669-65B8-48F9-91AA-316741E67B39}">
      <dsp:nvSpPr>
        <dsp:cNvPr id="0" name=""/>
        <dsp:cNvSpPr/>
      </dsp:nvSpPr>
      <dsp:spPr bwMode="auto">
        <a:xfrm>
          <a:off x="6471109" y="383163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(Reservation)</a:t>
          </a:r>
          <a:endParaRPr/>
        </a:p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Бронирование.</a:t>
          </a:r>
          <a:endParaRPr lang="ru-RU" sz="1500" b="0" i="0"/>
        </a:p>
      </dsp:txBody>
      <dsp:txXfrm>
        <a:off x="6504932" y="416986"/>
        <a:ext cx="2241933" cy="1087143"/>
      </dsp:txXfrm>
    </dsp:sp>
    <dsp:sp modelId="{D110AB71-D487-4D6F-B45A-E08618541E3A}">
      <dsp:nvSpPr>
        <dsp:cNvPr id="0" name=""/>
        <dsp:cNvSpPr/>
      </dsp:nvSpPr>
      <dsp:spPr bwMode="auto">
        <a:xfrm rot="19457599">
          <a:off x="2206931" y="2602968"/>
          <a:ext cx="1137702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1137702" y="1760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500"/>
        </a:p>
      </dsp:txBody>
      <dsp:txXfrm>
        <a:off x="2747340" y="2592125"/>
        <a:ext cx="56885" cy="56885"/>
      </dsp:txXfrm>
    </dsp:sp>
    <dsp:sp modelId="{51A33E27-7BCF-469F-A95A-599EC75544E9}">
      <dsp:nvSpPr>
        <dsp:cNvPr id="0" name=""/>
        <dsp:cNvSpPr/>
      </dsp:nvSpPr>
      <dsp:spPr bwMode="auto">
        <a:xfrm>
          <a:off x="3237698" y="1711171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II. Заезд </a:t>
          </a:r>
          <a:endParaRPr lang="ru-RU" sz="1500" b="0" i="0"/>
        </a:p>
      </dsp:txBody>
      <dsp:txXfrm>
        <a:off x="3271521" y="1744994"/>
        <a:ext cx="2241933" cy="1087143"/>
      </dsp:txXfrm>
    </dsp:sp>
    <dsp:sp modelId="{46BA9BE7-A980-4E92-AC2A-2667782EF6D2}">
      <dsp:nvSpPr>
        <dsp:cNvPr id="0" name=""/>
        <dsp:cNvSpPr/>
      </dsp:nvSpPr>
      <dsp:spPr bwMode="auto">
        <a:xfrm>
          <a:off x="5547277" y="2270966"/>
          <a:ext cx="923831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923831" y="17600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500"/>
        </a:p>
      </dsp:txBody>
      <dsp:txXfrm>
        <a:off x="5986097" y="2265470"/>
        <a:ext cx="46191" cy="46191"/>
      </dsp:txXfrm>
    </dsp:sp>
    <dsp:sp modelId="{0AEB7DE8-713E-4F91-A93A-CEDE18B7CD12}">
      <dsp:nvSpPr>
        <dsp:cNvPr id="0" name=""/>
        <dsp:cNvSpPr/>
      </dsp:nvSpPr>
      <dsp:spPr bwMode="auto">
        <a:xfrm>
          <a:off x="6471109" y="1711171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(</a:t>
          </a:r>
          <a:r>
            <a:rPr lang="ru-RU" sz="1500" b="0" i="0"/>
            <a:t>Arrival</a:t>
          </a:r>
          <a:r>
            <a:rPr lang="ru-RU" sz="1500" b="0" i="0"/>
            <a:t>) включает регистрацию гостя (</a:t>
          </a:r>
          <a:r>
            <a:rPr lang="ru-RU" sz="1500" b="0" i="0"/>
            <a:t>Check</a:t>
          </a:r>
          <a:r>
            <a:rPr lang="ru-RU" sz="1500" b="0" i="0"/>
            <a:t> </a:t>
          </a:r>
          <a:r>
            <a:rPr lang="ru-RU" sz="1500" b="0" i="0"/>
            <a:t>in</a:t>
          </a:r>
          <a:r>
            <a:rPr lang="ru-RU" sz="1500" b="0" i="0"/>
            <a:t> </a:t>
          </a:r>
          <a:r>
            <a:rPr lang="ru-RU" sz="1500" b="0" i="0"/>
            <a:t>procedure</a:t>
          </a:r>
          <a:r>
            <a:rPr lang="ru-RU" sz="1500" b="0" i="0"/>
            <a:t>) и его размещение (</a:t>
          </a:r>
          <a:r>
            <a:rPr lang="ru-RU" sz="1500" b="0" i="0"/>
            <a:t>Accomodation</a:t>
          </a:r>
          <a:r>
            <a:rPr lang="ru-RU" sz="1500" b="0" i="0"/>
            <a:t>).</a:t>
          </a:r>
          <a:endParaRPr lang="ru-RU" sz="1500" b="0" i="0"/>
        </a:p>
      </dsp:txBody>
      <dsp:txXfrm>
        <a:off x="6504932" y="1744994"/>
        <a:ext cx="2241933" cy="1087143"/>
      </dsp:txXfrm>
    </dsp:sp>
    <dsp:sp modelId="{C1ED3B4E-FDF9-4F97-A170-20D83CB34D10}">
      <dsp:nvSpPr>
        <dsp:cNvPr id="0" name=""/>
        <dsp:cNvSpPr/>
      </dsp:nvSpPr>
      <dsp:spPr bwMode="auto">
        <a:xfrm rot="2142401">
          <a:off x="2206931" y="3266971"/>
          <a:ext cx="1137702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1137702" y="1760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500"/>
        </a:p>
      </dsp:txBody>
      <dsp:txXfrm>
        <a:off x="2747340" y="3256129"/>
        <a:ext cx="56885" cy="56885"/>
      </dsp:txXfrm>
    </dsp:sp>
    <dsp:sp modelId="{FFCF5FFD-6354-4A69-A19B-0BF9A65EAF65}">
      <dsp:nvSpPr>
        <dsp:cNvPr id="0" name=""/>
        <dsp:cNvSpPr/>
      </dsp:nvSpPr>
      <dsp:spPr bwMode="auto">
        <a:xfrm>
          <a:off x="3237698" y="3039179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III. Проживание</a:t>
          </a:r>
          <a:endParaRPr lang="ru-RU" sz="1500" b="0" i="0"/>
        </a:p>
      </dsp:txBody>
      <dsp:txXfrm>
        <a:off x="3271521" y="3073002"/>
        <a:ext cx="2241933" cy="1087143"/>
      </dsp:txXfrm>
    </dsp:sp>
    <dsp:sp modelId="{E92F45BF-B576-41F1-BBC7-1EBAA8FE4117}">
      <dsp:nvSpPr>
        <dsp:cNvPr id="0" name=""/>
        <dsp:cNvSpPr/>
      </dsp:nvSpPr>
      <dsp:spPr bwMode="auto">
        <a:xfrm>
          <a:off x="5547277" y="3598974"/>
          <a:ext cx="923831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923831" y="17600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500"/>
        </a:p>
      </dsp:txBody>
      <dsp:txXfrm>
        <a:off x="5986097" y="3593478"/>
        <a:ext cx="46191" cy="46191"/>
      </dsp:txXfrm>
    </dsp:sp>
    <dsp:sp modelId="{8C6A4980-1676-4F0D-9807-E2716AA63EDA}">
      <dsp:nvSpPr>
        <dsp:cNvPr id="0" name=""/>
        <dsp:cNvSpPr/>
      </dsp:nvSpPr>
      <dsp:spPr bwMode="auto">
        <a:xfrm>
          <a:off x="6471109" y="3039179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 (</a:t>
          </a:r>
          <a:r>
            <a:rPr lang="ru-RU" sz="1500" b="0" i="0"/>
            <a:t>Staying</a:t>
          </a:r>
          <a:r>
            <a:rPr lang="ru-RU" sz="1500" b="0" i="0"/>
            <a:t>) гостя в отеле и обслуживание во время проживания.</a:t>
          </a:r>
          <a:endParaRPr lang="ru-RU" sz="1500" b="0" i="0"/>
        </a:p>
      </dsp:txBody>
      <dsp:txXfrm>
        <a:off x="6504932" y="3073002"/>
        <a:ext cx="2241933" cy="1087143"/>
      </dsp:txXfrm>
    </dsp:sp>
    <dsp:sp modelId="{EBB302BD-9011-43A9-9E42-1C7ED8DEC70C}">
      <dsp:nvSpPr>
        <dsp:cNvPr id="0" name=""/>
        <dsp:cNvSpPr/>
      </dsp:nvSpPr>
      <dsp:spPr bwMode="auto">
        <a:xfrm rot="3907177">
          <a:off x="1677878" y="3930976"/>
          <a:ext cx="2195808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2195808" y="1760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700"/>
        </a:p>
      </dsp:txBody>
      <dsp:txXfrm>
        <a:off x="2720887" y="3893681"/>
        <a:ext cx="109789" cy="109789"/>
      </dsp:txXfrm>
    </dsp:sp>
    <dsp:sp modelId="{02271632-B811-4E56-9851-61493D8CDD5D}">
      <dsp:nvSpPr>
        <dsp:cNvPr id="0" name=""/>
        <dsp:cNvSpPr/>
      </dsp:nvSpPr>
      <dsp:spPr bwMode="auto">
        <a:xfrm>
          <a:off x="3237698" y="4367187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IV. Выезд</a:t>
          </a:r>
          <a:endParaRPr lang="ru-RU" sz="1500" b="0" i="0"/>
        </a:p>
      </dsp:txBody>
      <dsp:txXfrm>
        <a:off x="3271521" y="4401010"/>
        <a:ext cx="2241933" cy="1087143"/>
      </dsp:txXfrm>
    </dsp:sp>
    <dsp:sp modelId="{4D695F96-EDE8-4EEA-90A3-9BAFA1EF0AB4}">
      <dsp:nvSpPr>
        <dsp:cNvPr id="0" name=""/>
        <dsp:cNvSpPr/>
      </dsp:nvSpPr>
      <dsp:spPr bwMode="auto">
        <a:xfrm>
          <a:off x="5547277" y="4926981"/>
          <a:ext cx="923831" cy="3520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17600"/>
              </a:moveTo>
              <a:lnTo>
                <a:pt x="923831" y="17600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2700" tIns="36000" rIns="12700" bIns="360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 lang="ru-RU" sz="500"/>
        </a:p>
      </dsp:txBody>
      <dsp:txXfrm>
        <a:off x="5986097" y="4921486"/>
        <a:ext cx="46191" cy="46191"/>
      </dsp:txXfrm>
    </dsp:sp>
    <dsp:sp modelId="{CCAC3CBC-6AA1-4CA2-96C5-F2CF58BDF196}">
      <dsp:nvSpPr>
        <dsp:cNvPr id="0" name=""/>
        <dsp:cNvSpPr/>
      </dsp:nvSpPr>
      <dsp:spPr bwMode="auto">
        <a:xfrm>
          <a:off x="6471109" y="4367187"/>
          <a:ext cx="2309579" cy="11547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500" b="0" i="0"/>
            <a:t> (Departure), который включает выписку гостя (</a:t>
          </a:r>
          <a:r>
            <a:rPr lang="ru-RU" sz="1500" b="0" i="0"/>
            <a:t>Chek</a:t>
          </a:r>
          <a:r>
            <a:rPr lang="ru-RU" sz="1500" b="0" i="0"/>
            <a:t> </a:t>
          </a:r>
          <a:r>
            <a:rPr lang="ru-RU" sz="1500" b="0" i="0"/>
            <a:t>out</a:t>
          </a:r>
          <a:r>
            <a:rPr lang="ru-RU" sz="1500" b="0" i="0"/>
            <a:t> </a:t>
          </a:r>
          <a:r>
            <a:rPr lang="ru-RU" sz="1500" b="0" i="0"/>
            <a:t>procedure</a:t>
          </a:r>
          <a:r>
            <a:rPr lang="ru-RU" sz="1500" b="0" i="0"/>
            <a:t>).</a:t>
          </a:r>
          <a:endParaRPr lang="ru-RU" sz="1500" b="0" i="0"/>
        </a:p>
      </dsp:txBody>
      <dsp:txXfrm>
        <a:off x="6504932" y="4401010"/>
        <a:ext cx="2241933" cy="1087143"/>
      </dsp:txXfrm>
    </dsp:sp>
  </dsp:spTree>
</dsp:drawing>
</file>

<file path=ppt/diagrams/drawing1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437528705" name=""/>
      <dsp:cNvGrpSpPr/>
    </dsp:nvGrpSpPr>
    <dsp:grpSpPr bwMode="auto">
      <a:xfrm>
        <a:off x="0" y="0"/>
        <a:ext cx="8568952" cy="5976664"/>
        <a:chOff x="0" y="0"/>
        <a:chExt cx="8568952" cy="5976664"/>
      </a:xfrm>
    </dsp:grpSpPr>
    <dsp:sp modelId="{CF72CE77-66E4-4D63-87A9-D8AF94B16189}">
      <dsp:nvSpPr>
        <dsp:cNvPr id="0" name=""/>
        <dsp:cNvSpPr/>
      </dsp:nvSpPr>
      <dsp:spPr bwMode="auto">
        <a:xfrm rot="16199999">
          <a:off x="-1688227" y="3146115"/>
          <a:ext cx="4661797" cy="986149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36000" tIns="36000" rIns="869729" bIns="36000" numCol="1" spcCol="1270" anchor="t" anchorCtr="0">
          <a:noAutofit/>
        </a:bodyPr>
        <a:lstStyle/>
        <a:p>
          <a:pPr lvl="0" algn="r" defTabSz="14224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200" b="1"/>
            <a:t>Домашнее задание</a:t>
          </a:r>
          <a:endParaRPr lang="ru-RU" sz="3200" b="1"/>
        </a:p>
      </dsp:txBody>
      <dsp:txXfrm>
        <a:off x="-1688227" y="3146115"/>
        <a:ext cx="4661797" cy="986149"/>
      </dsp:txXfrm>
    </dsp:sp>
    <dsp:sp modelId="{7A0FBEF5-309A-4AA1-ABE7-7D49880B6FDB}">
      <dsp:nvSpPr>
        <dsp:cNvPr id="0" name=""/>
        <dsp:cNvSpPr/>
      </dsp:nvSpPr>
      <dsp:spPr bwMode="auto">
        <a:xfrm>
          <a:off x="1135746" y="1308291"/>
          <a:ext cx="7283609" cy="46617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256032" tIns="869729" rIns="256032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600" b="1"/>
            <a:t>Конспект по теме 3</a:t>
          </a:r>
          <a:endParaRPr lang="ru-RU" sz="3600" b="0"/>
        </a:p>
        <a:p>
          <a:pPr marL="285750" lvl="1" indent="-285750"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600" b="1"/>
            <a:t>Составить технологический цикл производства продукта в ИТ-компании</a:t>
          </a:r>
          <a:endParaRPr lang="ru-RU" sz="3600" b="1"/>
        </a:p>
        <a:p>
          <a:pPr marL="285750" lvl="1" indent="-285750"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600" b="1">
              <a:solidFill>
                <a:schemeClr val="tx1"/>
              </a:solidFill>
            </a:rPr>
            <a:t>Заполнить таблицу «Сравнение типов производства»</a:t>
          </a:r>
          <a:endParaRPr lang="ru-RU" sz="3600" b="0">
            <a:solidFill>
              <a:schemeClr val="tx1"/>
            </a:solidFill>
          </a:endParaRPr>
        </a:p>
      </dsp:txBody>
      <dsp:txXfrm>
        <a:off x="1135746" y="1308291"/>
        <a:ext cx="7283609" cy="4661797"/>
      </dsp:txXfrm>
    </dsp:sp>
    <dsp:sp modelId="{8152CCAB-64CA-4897-B693-77D2B0F95A60}">
      <dsp:nvSpPr>
        <dsp:cNvPr id="0" name=""/>
        <dsp:cNvSpPr/>
      </dsp:nvSpPr>
      <dsp:spPr bwMode="auto">
        <a:xfrm>
          <a:off x="149596" y="6574"/>
          <a:ext cx="1972299" cy="1972299"/>
        </a:xfrm>
        <a:prstGeom prst="rect">
          <a:avLst/>
        </a:prstGeom>
        <a:blipFill>
          <a:blip r:embed="rId1"/>
          <a:stretch/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 val="norm"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r:blip="">
      <dgm:adjLst/>
    </dgm:shape>
    <dgm:presOf/>
    <dgm:constrLst>
      <dgm:constr type="w" for="ch" forName="composite" refType="w"/>
      <dgm:constr type="w" for="ch" ptType="sibTrans" refType="w" refFor="ch" refForName="composite" fact="0.333300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00000"/>
      <dgm:constr type="primFontSz" for="des" forName="connTx" refType="primFontSz" refFor="des" refForName="parTx" op="lte" fact="0.800000"/>
      <dgm:constr type="h" for="des" forName="parTx" refType="primFontSz" refFor="des" refForName="parTx" fact="0.800000"/>
      <dgm:constr type="h" for="des" forName="parSh" refType="primFontSz" refFor="des" refForName="parTx" fact="1.200000"/>
      <dgm:constr type="h" for="des" forName="desTx" refType="primFontSz" refFor="des" refForName="parTx" fact="1.600000"/>
      <dgm:constr type="h" for="des" forName="parSh" refType="h" refFor="des" refForName="parTx" op="lte" fact="1.500000"/>
      <dgm:constr type="h" for="des" forName="parSh" refType="h" refFor="des" refForName="parTx" op="gte" fact="1.500000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r:blip="">
          <dgm:adjLst/>
        </dgm:shape>
        <dgm:presOf/>
        <dgm:choose name="Name4">
          <dgm:if name="Name5" func="var" arg="dir" op="equ" val="norm">
            <dgm:constrLst>
              <dgm:constr type="h" refType="w" fact="1000.000000"/>
              <dgm:constr type="l" for="ch" forName="parTx"/>
              <dgm:constr type="w" for="ch" forName="parTx" refType="w" fact="0.830000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0000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.000000"/>
              <dgm:constr type="l" for="ch" forName="parTx" refType="w" fact="0.170000"/>
              <dgm:constr type="w" for="ch" forName="parTx" refType="w" fact="0.830000"/>
              <dgm:constr type="t" for="ch" forName="parTx"/>
              <dgm:constr type="l" for="ch" forName="parSh" refType="w" fact="0.150000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type="rect" r:blip="" zOrderOff="1" hideGeom="1">
            <dgm:adjLst>
              <dgm:adj idx="1" val="0.100000"/>
            </dgm:adjLst>
          </dgm:shape>
          <dgm:presOf axis="self" ptType="node"/>
          <dgm:constrLst>
            <dgm:constr type="h" refType="w" op="lte" fact="0.400000"/>
            <dgm:constr type="bMarg" refType="primFontSz" fact="0.300000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type="roundRect" r:blip="">
            <dgm:adjLst>
              <dgm:adj idx="1" val="0.100000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type="roundRect" r:blip="">
            <dgm:adjLst>
              <dgm:adj idx="1" val="0.100000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type="conn" r:blip="">
            <dgm:adjLst/>
          </dgm:shape>
          <dgm:presOf axis="self"/>
          <dgm:constrLst>
            <dgm:constr type="h" refType="w" fact="0.620000"/>
            <dgm:constr type="connDist"/>
            <dgm:constr type="begPad" refType="connDist" fact="0.250000"/>
            <dgm:constr type="endPad" refType="connDist" fact="0.220000"/>
          </dgm:constrLst>
          <dgm:ruleLst/>
          <dgm:layoutNode name="connTx">
            <dgm:alg type="tx">
              <dgm:param type="autoTxRot" val="grav"/>
            </dgm:alg>
            <dgm:shape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 val="norm"/>
      <dgm:animLvl val="lvl"/>
      <dgm:resizeHandles val="exact"/>
    </dgm:varLst>
    <dgm:alg type="lin">
      <dgm:param type="linDir" val="fromB"/>
    </dgm:alg>
    <dgm:shape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000"/>
      <dgm:constr type="w" for="ch" forName="arrowAndChildren" refType="w"/>
      <dgm:constr type="w" for="ch" forName="boxAndChildren" refType="w"/>
      <dgm:constr type="h" for="ch" forName="sp" refType="h" fact="-0.015000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0000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0000"/>
                  <dgm:constr type="h" for="ch" forName="descendantBox" refType="h" fact="0.460000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type="rect" r:blip="" zOrderOff="1" hideGeom="1">
                    <dgm:adjLst/>
                  </dgm:shape>
                </dgm:if>
                <dgm:else name="Name9">
                  <dgm:shape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00000"/>
                        <dgm:constr type="bMarg" refType="primFontSz" fact="0.100000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000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0000"/>
                  <dgm:constr type="h" for="ch" forName="descendantArrow" refType="h" fact="0.299000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type="rect" r:blip="" zOrderOff="1" hideGeom="1">
                    <dgm:adjLst/>
                  </dgm:shape>
                </dgm:if>
                <dgm:else name="Name23">
                  <dgm:shape rot="180.00000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rot="180.00000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00000"/>
                        <dgm:constr type="bMarg" refType="primFontSz" fact="0.100000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r:blip="">
      <dgm:adjLst/>
    </dgm:shape>
    <dgm:presOf/>
    <dgm:constrLst>
      <dgm:constr type="w" for="des" forName="rootComposite1" refType="w" fact="10.000000"/>
      <dgm:constr type="h" for="des" forName="rootComposite1" refType="w" refFor="des" refForName="rootComposite1" fact="0.500000"/>
      <dgm:constr type="w" for="des" forName="rootComposite" refType="w" fact="10.000000"/>
      <dgm:constr type="h" for="des" forName="rootComposite" refType="w" refFor="des" refForName="rootComposite1" fact="0.500000"/>
      <dgm:constr type="w" for="des" forName="rootComposite3" refType="w" fact="10.000000"/>
      <dgm:constr type="h" for="des" forName="rootComposite3" refType="w" refFor="des" refForName="rootComposite1" fact="0.500000"/>
      <dgm:constr type="primFontSz" for="des" ptType="node" op="equ"/>
      <dgm:constr type="sp" for="des" op="equ"/>
      <dgm:constr type="sp" for="des" forName="hierRoot1" refType="w" refFor="des" refForName="rootComposite1" fact="0.210000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0000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0000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000000000000002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000000000000002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000000000000002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00000"/>
              </dgm:constrLst>
            </dgm:else>
          </dgm:choose>
          <dgm:shape r:blip="">
            <dgm:adjLst/>
          </dgm:shape>
          <dgm:presOf/>
          <dgm:ruleLst/>
          <dgm:layoutNode name="rootComposite1">
            <dgm:alg type="composite"/>
            <dgm:shape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0000"/>
                <dgm:constr type="rMarg" refType="primFontSz" fact="0.050000"/>
                <dgm:constr type="tMarg" refType="primFontSz" fact="0.050000"/>
                <dgm:constr type="bMarg" refType="primFontSz" fact="0.050000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00000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r:blip="">
                              <dgm:adjLst/>
                            </dgm:shape>
                            <dgm:presOf/>
                            <dgm:constrLst>
                              <dgm:constr type="alignOff" val="0.65000000000000002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00000"/>
                        </dgm:constrLst>
                      </dgm:else>
                    </dgm:choose>
                  </dgm:if>
                  <dgm:else name="Name77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else>
                </dgm:choose>
                <dgm:ruleLst/>
                <dgm:layoutNode name="rootComposite">
                  <dgm:alg type="composite"/>
                  <dgm:shape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0000"/>
                      <dgm:constr type="rMarg" refType="primFontSz" fact="0.050000"/>
                      <dgm:constr type="tMarg" refType="primFontSz" fact="0.050000"/>
                      <dgm:constr type="bMarg" refType="primFontSz" fact="0.050000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5" func="var" arg="hierBranch" op="equ" val="hang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6" func="var" arg="hierBranch" op="equ" val="std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00000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120">
                        <dgm:alg type="hierRoot"/>
                        <dgm:shape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00000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0000"/>
                      <dgm:constr type="rMarg" refType="primFontSz" fact="0.050000"/>
                      <dgm:constr type="tMarg" refType="primFontSz" fact="0.050000"/>
                      <dgm:constr type="bMarg" refType="primFontSz" fact="0.050000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 val="norm"/>
      <dgm:animOne val="branch"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000"/>
      <dgm:constr type="w" for="des" forName="sibSpaceTwo" refType="w" refFor="des" refForName="sibSpaceOne" op="equ" fact="0.500000"/>
      <dgm:constr type="w" for="des" forName="sibSpaceThree" refType="w" refFor="des" refForName="sibSpaceTwo" op="equ" fact="0.500000"/>
      <dgm:constr type="w" for="des" forName="sibSpaceFour" refType="w" refFor="des" refForName="sibSpaceThree" op="equ" fact="0.500000"/>
      <dgm:constr type="h" for="des" forName="parTransOne" refType="w" fact="0.056000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type="roundRect" r:blip="">
            <dgm:adjLst>
              <dgm:adj idx="1" val="0.100000"/>
            </dgm:adjLst>
          </dgm:shape>
          <dgm:presOf axis="self"/>
          <dgm:constrLst>
            <dgm:constr type="tMarg" refType="primFontSz" fact="0.300000"/>
            <dgm:constr type="bMarg" refType="primFontSz" fact="0.30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type="roundRect" r:blip="">
                  <dgm:adjLst>
                    <dgm:adj idx="1" val="0.100000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00000"/>
                  <dgm:constr type="bMarg" refType="primFontSz" fact="0.300000"/>
                  <dgm:constr type="lMarg" refType="primFontSz" fact="0.300000"/>
                  <dgm:constr type="rMarg" refType="primFontSz" fact="0.300000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type="roundRect" r:blip="">
                        <dgm:adjLst>
                          <dgm:adj idx="1" val="0.100000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00000"/>
                        <dgm:constr type="bMarg" refType="primFontSz" fact="0.300000"/>
                        <dgm:constr type="lMarg" refType="primFontSz" fact="0.300000"/>
                        <dgm:constr type="rMarg" refType="primFontSz" fact="0.300000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type="roundRect" r:blip="">
                              <dgm:adjLst>
                                <dgm:adj idx="1" val="0.100000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00000"/>
                              <dgm:constr type="bMarg" refType="primFontSz" fact="0.300000"/>
                              <dgm:constr type="lMarg" refType="primFontSz" fact="0.300000"/>
                              <dgm:constr type="rMarg" refType="primFontSz" fact="0.300000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 val="norm"/>
      <dgm:resizeHandles val="exact"/>
    </dgm:varLst>
    <dgm:alg type="lin">
      <dgm:param type="linDir" val="fromT"/>
      <dgm:param type="vertAlign" val="mid"/>
      <dgm:param type="horzAlign" val="ctr"/>
    </dgm:alg>
    <dgm:shape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0000"/>
      <dgm:constr type="h" for="ch" forName="spacing" refType="w" op="lte" fact="0.100000"/>
      <dgm:constr type="primFontSz" for="des" ptType="node" op="equ" val="65"/>
    </dgm:constrLst>
    <dgm:ruleLst/>
    <dgm:forEach name="Name0" axis="ch" ptType="node">
      <dgm:layoutNode name="composite">
        <dgm:alg type="composite"/>
        <dgm:shape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000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00000"/>
              <dgm:constr type="l" for="ch" forName="imgShp"/>
              <dgm:constr type="w" for="ch" forName="txShp" refType="w" op="equ" fact="0.665000"/>
              <dgm:constr type="h" for="ch" forName="txShp" refType="h" refFor="ch" refForName="imgShp" op="equ"/>
              <dgm:constr type="ctrY" for="ch" forName="txShp" refType="h" fact="0.500000"/>
              <dgm:constr type="l" for="ch" forName="txShp" refType="w" refFor="ch" refForName="imgShp" fact="0.500000"/>
              <dgm:constr type="lMarg" for="ch" forName="txShp" refType="w" refFor="ch" refForName="imgShp" fact="1.250000"/>
            </dgm:constrLst>
          </dgm:if>
          <dgm:else name="Name3">
            <dgm:constrLst>
              <dgm:constr type="w" for="ch" forName="imgShp" refType="w" fact="0.335000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00000"/>
              <dgm:constr type="r" for="ch" forName="imgShp" refType="w"/>
              <dgm:constr type="w" for="ch" forName="txShp" refType="w" op="equ" fact="0.665000"/>
              <dgm:constr type="h" for="ch" forName="txShp" refType="h" refFor="ch" refForName="imgShp" op="equ"/>
              <dgm:constr type="ctrY" for="ch" forName="txShp" refType="h" fact="0.500000"/>
              <dgm:constr type="r" for="ch" forName="txShp" refType="ctrX" refFor="ch" refForName="imgShp"/>
              <dgm:constr type="rMarg" for="ch" forName="txShp" refType="w" refFor="ch" refForName="imgShp" fact="1.250000"/>
            </dgm:constrLst>
          </dgm:else>
        </dgm:choose>
        <dgm:ruleLst/>
        <dgm:layoutNode name="imgShp" styleLbl="fgImgPlace1">
          <dgm:alg type="sp"/>
          <dgm:shape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rot="180.000000" type="homePlate" r:blip="" zOrderOff="-1">
                <dgm:adjLst/>
              </dgm:shape>
            </dgm:if>
            <dgm:else name="Name6">
              <dgm:shape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00000"/>
            <dgm:constr type="bMarg" refType="primFontSz" fact="0.300000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3#2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 val="norm"/>
      <dgm:resizeHandles val="exact"/>
    </dgm:varLst>
    <dgm:alg type="lin">
      <dgm:param type="linDir" val="fromT"/>
      <dgm:param type="vertAlign" val="mid"/>
      <dgm:param type="horzAlign" val="ctr"/>
    </dgm:alg>
    <dgm:shape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0000"/>
      <dgm:constr type="h" for="ch" forName="spacing" refType="w" op="lte" fact="0.100000"/>
      <dgm:constr type="primFontSz" for="des" ptType="node" op="equ" val="65"/>
    </dgm:constrLst>
    <dgm:ruleLst/>
    <dgm:forEach name="Name0" axis="ch" ptType="node">
      <dgm:layoutNode name="composite">
        <dgm:alg type="composite"/>
        <dgm:shape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000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00000"/>
              <dgm:constr type="l" for="ch" forName="imgShp"/>
              <dgm:constr type="w" for="ch" forName="txShp" refType="w" op="equ" fact="0.665000"/>
              <dgm:constr type="h" for="ch" forName="txShp" refType="h" refFor="ch" refForName="imgShp" op="equ"/>
              <dgm:constr type="ctrY" for="ch" forName="txShp" refType="h" fact="0.500000"/>
              <dgm:constr type="l" for="ch" forName="txShp" refType="w" refFor="ch" refForName="imgShp" fact="0.500000"/>
              <dgm:constr type="lMarg" for="ch" forName="txShp" refType="w" refFor="ch" refForName="imgShp" fact="1.250000"/>
            </dgm:constrLst>
          </dgm:if>
          <dgm:else name="Name3">
            <dgm:constrLst>
              <dgm:constr type="w" for="ch" forName="imgShp" refType="w" fact="0.335000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00000"/>
              <dgm:constr type="r" for="ch" forName="imgShp" refType="w"/>
              <dgm:constr type="w" for="ch" forName="txShp" refType="w" op="equ" fact="0.665000"/>
              <dgm:constr type="h" for="ch" forName="txShp" refType="h" refFor="ch" refForName="imgShp" op="equ"/>
              <dgm:constr type="ctrY" for="ch" forName="txShp" refType="h" fact="0.500000"/>
              <dgm:constr type="r" for="ch" forName="txShp" refType="ctrX" refFor="ch" refForName="imgShp"/>
              <dgm:constr type="rMarg" for="ch" forName="txShp" refType="w" refFor="ch" refForName="imgShp" fact="1.250000"/>
            </dgm:constrLst>
          </dgm:else>
        </dgm:choose>
        <dgm:ruleLst/>
        <dgm:layoutNode name="imgShp" styleLbl="fgImgPlace1">
          <dgm:alg type="sp"/>
          <dgm:shape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rot="180.000000" type="homePlate" r:blip="" zOrderOff="-1">
                <dgm:adjLst/>
              </dgm:shape>
            </dgm:if>
            <dgm:else name="Name6">
              <dgm:shape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00000"/>
            <dgm:constr type="bMarg" refType="primFontSz" fact="0.300000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3#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 val="norm"/>
      <dgm:resizeHandles val="exact"/>
    </dgm:varLst>
    <dgm:alg type="lin">
      <dgm:param type="linDir" val="fromT"/>
      <dgm:param type="vertAlign" val="mid"/>
      <dgm:param type="horzAlign" val="ctr"/>
    </dgm:alg>
    <dgm:shape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0000"/>
      <dgm:constr type="h" for="ch" forName="spacing" refType="w" op="lte" fact="0.100000"/>
      <dgm:constr type="primFontSz" for="des" ptType="node" op="equ" val="65"/>
    </dgm:constrLst>
    <dgm:ruleLst/>
    <dgm:forEach name="Name0" axis="ch" ptType="node">
      <dgm:layoutNode name="composite">
        <dgm:alg type="composite"/>
        <dgm:shape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000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00000"/>
              <dgm:constr type="l" for="ch" forName="imgShp"/>
              <dgm:constr type="w" for="ch" forName="txShp" refType="w" op="equ" fact="0.665000"/>
              <dgm:constr type="h" for="ch" forName="txShp" refType="h" refFor="ch" refForName="imgShp" op="equ"/>
              <dgm:constr type="ctrY" for="ch" forName="txShp" refType="h" fact="0.500000"/>
              <dgm:constr type="l" for="ch" forName="txShp" refType="w" refFor="ch" refForName="imgShp" fact="0.500000"/>
              <dgm:constr type="lMarg" for="ch" forName="txShp" refType="w" refFor="ch" refForName="imgShp" fact="1.250000"/>
            </dgm:constrLst>
          </dgm:if>
          <dgm:else name="Name3">
            <dgm:constrLst>
              <dgm:constr type="w" for="ch" forName="imgShp" refType="w" fact="0.335000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00000"/>
              <dgm:constr type="r" for="ch" forName="imgShp" refType="w"/>
              <dgm:constr type="w" for="ch" forName="txShp" refType="w" op="equ" fact="0.665000"/>
              <dgm:constr type="h" for="ch" forName="txShp" refType="h" refFor="ch" refForName="imgShp" op="equ"/>
              <dgm:constr type="ctrY" for="ch" forName="txShp" refType="h" fact="0.500000"/>
              <dgm:constr type="r" for="ch" forName="txShp" refType="ctrX" refFor="ch" refForName="imgShp"/>
              <dgm:constr type="rMarg" for="ch" forName="txShp" refType="w" refFor="ch" refForName="imgShp" fact="1.250000"/>
            </dgm:constrLst>
          </dgm:else>
        </dgm:choose>
        <dgm:ruleLst/>
        <dgm:layoutNode name="imgShp" styleLbl="fgImgPlace1">
          <dgm:alg type="sp"/>
          <dgm:shape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rot="180.000000" type="homePlate" r:blip="" zOrderOff="-1">
                <dgm:adjLst/>
              </dgm:shape>
            </dgm:if>
            <dgm:else name="Name6">
              <dgm:shape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00000"/>
            <dgm:constr type="bMarg" refType="primFontSz" fact="0.300000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 val="norm"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0000"/>
      <dgm:constr type="w" for="des" forName="parentText" refType="w" fact="0.700000"/>
      <dgm:constr type="h" for="des" forName="parentText" refType="primFontSz" refFor="des" refForName="parentText" fact="0.820000"/>
      <dgm:constr type="h" for="ch" forName="negativeSpace" refType="primFontSz" refFor="des" refForName="parentText" fact="-0.410000"/>
      <dgm:constr type="h" for="ch" forName="negativeSpace" refType="h" refFor="des" refForName="parentText" op="lte" fact="-0.820000"/>
      <dgm:constr type="h" for="ch" forName="negativeSpace" refType="h" refFor="des" refForName="parentText" op="gte" fact="-0.820000"/>
      <dgm:constr type="w" for="ch" forName="childText" refType="w"/>
      <dgm:constr type="h" for="ch" forName="childText" refType="primFontSz" refFor="des" refForName="parentText" fact="0.700000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0000"/>
      <dgm:constr type="tMarg" for="ch" forName="childText" refType="h" refFor="des" refForName="parentText" op="lte" fact="3.280000"/>
      <dgm:constr type="tMarg" for="ch" forName="childText" refType="h" refFor="des" refForName="parentText" op="gte" fact="3.280000"/>
      <dgm:constr type="lMarg" for="ch" forName="childText" refType="w" fact="0.220000"/>
      <dgm:constr type="rMarg" for="ch" forName="childText" refType="lMarg" refFor="ch" refForName="childText"/>
      <dgm:constr type="lMarg" for="des" forName="parentText" refType="w" fact="0.075000"/>
      <dgm:constr type="rMarg" for="des" forName="parentText" refType="lMarg" refFor="des" refForName="parentText"/>
      <dgm:constr type="h" for="ch" forName="spaceBetweenRectangles" refType="primFontSz" refFor="des" refForName="parentText" fact="0.150000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r:blip="">
          <dgm:adjLst/>
        </dgm:shape>
        <dgm:presOf/>
        <dgm:constrLst/>
        <dgm:ruleLst/>
        <dgm:layoutNode name="parentLeftMargin">
          <dgm:alg type="sp"/>
          <dgm:shape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0000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r:blip="">
          <dgm:adjLst/>
        </dgm:shape>
        <dgm:presOf/>
        <dgm:constrLst>
          <dgm:constr type="w" for="ch" forName="parentText" refType="w" fact="0.360000"/>
          <dgm:constr type="w" for="ch" forName="descendantText" refType="w" fact="0.640000"/>
          <dgm:constr type="h" for="ch" forName="parentText" refType="h"/>
          <dgm:constr type="h" for="ch" forName="descendantText" refType="h" refFor="ch" refForName="parentText" fact="0.800000"/>
        </dgm:constrLst>
        <dgm:ruleLst/>
        <dgm:layoutNode name="parentText">
          <dgm:varLst>
            <dgm:chMax val="1"/>
            <dgm:bulletEnabled val="1"/>
          </dgm:varLst>
          <dgm:alg type="tx"/>
          <dgm:shape type="roundRect" r:blip="" zOrderOff="3">
            <dgm:adjLst/>
          </dgm:shape>
          <dgm:presOf axis="self" ptType="node"/>
          <dgm:constrLst>
            <dgm:constr type="tMarg" refType="primFontSz" fact="0.150000"/>
            <dgm:constr type="bMarg" refType="primFontSz" fact="0.15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rot="90.000000" type="round2SameRect" r:blip="">
                    <dgm:adjLst/>
                  </dgm:shape>
                </dgm:if>
                <dgm:else name="Name12">
                  <dgm:shape rot="-90.00000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00000"/>
                <dgm:constr type="rMarg" refType="secFontSz" fact="0.300000"/>
                <dgm:constr type="tMarg" refType="secFontSz" fact="0.150000"/>
                <dgm:constr type="bMarg" refType="secFontSz" fact="0.150000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r:blip="">
      <dgm:adjLst/>
    </dgm:shape>
    <dgm:presOf/>
    <dgm:constrLst>
      <dgm:constr type="w" for="des" forName="rootComposite1" refType="w" fact="10.000000"/>
      <dgm:constr type="h" for="des" forName="rootComposite1" refType="w" refFor="des" refForName="rootComposite1" fact="0.500000"/>
      <dgm:constr type="w" for="des" forName="rootComposite" refType="w" fact="10.000000"/>
      <dgm:constr type="h" for="des" forName="rootComposite" refType="w" refFor="des" refForName="rootComposite1" fact="0.500000"/>
      <dgm:constr type="w" for="des" forName="rootComposite3" refType="w" fact="10.000000"/>
      <dgm:constr type="h" for="des" forName="rootComposite3" refType="w" refFor="des" refForName="rootComposite1" fact="0.500000"/>
      <dgm:constr type="primFontSz" for="des" ptType="node" op="equ"/>
      <dgm:constr type="sp" for="des" op="equ"/>
      <dgm:constr type="sp" for="des" forName="hierRoot1" refType="w" refFor="des" refForName="rootComposite1" fact="0.210000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0000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0000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000000000000002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000000000000002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000000000000002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00000"/>
              </dgm:constrLst>
            </dgm:else>
          </dgm:choose>
          <dgm:shape r:blip="">
            <dgm:adjLst/>
          </dgm:shape>
          <dgm:presOf/>
          <dgm:ruleLst/>
          <dgm:layoutNode name="rootComposite1">
            <dgm:alg type="composite"/>
            <dgm:shape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0000"/>
                <dgm:constr type="rMarg" refType="primFontSz" fact="0.050000"/>
                <dgm:constr type="tMarg" refType="primFontSz" fact="0.050000"/>
                <dgm:constr type="bMarg" refType="primFontSz" fact="0.050000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00000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r:blip="">
                              <dgm:adjLst/>
                            </dgm:shape>
                            <dgm:presOf/>
                            <dgm:constrLst>
                              <dgm:constr type="alignOff" val="0.65000000000000002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00000"/>
                        </dgm:constrLst>
                      </dgm:else>
                    </dgm:choose>
                  </dgm:if>
                  <dgm:else name="Name77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else>
                </dgm:choose>
                <dgm:ruleLst/>
                <dgm:layoutNode name="rootComposite">
                  <dgm:alg type="composite"/>
                  <dgm:shape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0000"/>
                      <dgm:constr type="rMarg" refType="primFontSz" fact="0.050000"/>
                      <dgm:constr type="tMarg" refType="primFontSz" fact="0.050000"/>
                      <dgm:constr type="bMarg" refType="primFontSz" fact="0.050000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5" func="var" arg="hierBranch" op="equ" val="hang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6" func="var" arg="hierBranch" op="equ" val="std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00000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120">
                        <dgm:alg type="hierRoot"/>
                        <dgm:shape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00000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0000"/>
                      <dgm:constr type="rMarg" refType="primFontSz" fact="0.050000"/>
                      <dgm:constr type="tMarg" refType="primFontSz" fact="0.050000"/>
                      <dgm:constr type="bMarg" refType="primFontSz" fact="0.050000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0000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r:blip="">
          <dgm:adjLst/>
        </dgm:shape>
        <dgm:presOf/>
        <dgm:constrLst>
          <dgm:constr type="w" for="ch" forName="parentText" refType="w" fact="0.360000"/>
          <dgm:constr type="w" for="ch" forName="descendantText" refType="w" fact="0.640000"/>
          <dgm:constr type="h" for="ch" forName="parentText" refType="h"/>
          <dgm:constr type="h" for="ch" forName="descendantText" refType="h" refFor="ch" refForName="parentText" fact="0.800000"/>
        </dgm:constrLst>
        <dgm:ruleLst/>
        <dgm:layoutNode name="parentText">
          <dgm:varLst>
            <dgm:chMax val="1"/>
            <dgm:bulletEnabled val="1"/>
          </dgm:varLst>
          <dgm:alg type="tx"/>
          <dgm:shape type="roundRect" r:blip="" zOrderOff="3">
            <dgm:adjLst/>
          </dgm:shape>
          <dgm:presOf axis="self" ptType="node"/>
          <dgm:constrLst>
            <dgm:constr type="tMarg" refType="primFontSz" fact="0.150000"/>
            <dgm:constr type="bMarg" refType="primFontSz" fact="0.15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rot="90.000000" type="round2SameRect" r:blip="">
                    <dgm:adjLst/>
                  </dgm:shape>
                </dgm:if>
                <dgm:else name="Name12">
                  <dgm:shape rot="-90.00000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00000"/>
                <dgm:constr type="rMarg" refType="secFontSz" fact="0.300000"/>
                <dgm:constr type="tMarg" refType="secFontSz" fact="0.150000"/>
                <dgm:constr type="bMarg" refType="secFontSz" fact="0.150000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 val="norm"/>
      <dgm:animOne val="branch"/>
      <dgm:animLvl val="lvl"/>
      <dgm:resizeHandles val="exact"/>
    </dgm:varLst>
    <dgm:alg type="composite"/>
    <dgm:presOf/>
    <dgm:shape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00000"/>
              <dgm:constr type="r" for="ch" forName="hierFlow" refType="w" fact="0.980000"/>
              <dgm:constr type="b" for="ch" forName="hierFlow" refType="h" fact="0.960000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.000000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00000"/>
              <dgm:constr type="sibSp" for="des" forName="hierChild1" refType="h" refFor="des" refForName="level1Shape" op="equ" fact="0.150000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00000"/>
            </dgm:constrLst>
          </dgm:if>
          <dgm:else name="Name4">
            <dgm:constrLst>
              <dgm:constr type="l" for="ch" forName="hierFlow" refType="w" fact="0.020000"/>
              <dgm:constr type="t" for="ch" forName="hierFlow" refType="h" fact="0.300000"/>
              <dgm:constr type="r" for="ch" forName="hierFlow" refType="w"/>
              <dgm:constr type="b" for="ch" forName="hierFlow" refType="h" fact="0.960000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.000000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00000"/>
              <dgm:constr type="sibSp" for="des" forName="hierChild1" refType="h" refFor="des" refForName="level1Shape" op="equ" fact="0.150000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00000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.000000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00000"/>
          <dgm:constr type="sibSp" for="des" forName="hierChild1" refType="h" refFor="des" refForName="level1Shape" op="equ" fact="0.150000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00000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PtType="node" refType="primFontSz" refFor="des" op="lte" fact="0.800000"/>
      </dgm:constrLst>
      <dgm:ruleLst/>
      <dgm:choose name="Name9">
        <dgm:if name="Name10" axis="ch" ptType="node" func="cnt" op="gte" val="2">
          <dgm:layoutNode name="firstBuf">
            <dgm:alg type="sp"/>
            <dgm:shape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type="roundRect" r:blip="">
                  <dgm:adjLst>
                    <dgm:adj idx="1" val="0.100000"/>
                  </dgm:adjLst>
                </dgm:shape>
                <dgm:presOf axis="self"/>
                <dgm:constrLst>
                  <dgm:constr type="tMarg" refType="primFontSz" fact="0.050000"/>
                  <dgm:constr type="bMarg" refType="primFontSz" fact="0.050000"/>
                  <dgm:constr type="lMarg" refType="primFontSz" fact="0.050000"/>
                  <dgm:constr type="rMarg" refType="primFontSz" fact="0.050000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0000"/>
                          <dgm:constr type="h" refType="userA" fact="0.050000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0000000000000004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type="roundRect" r:blip="">
                          <dgm:adjLst>
                            <dgm:adj idx="1" val="0.100000"/>
                          </dgm:adjLst>
                        </dgm:shape>
                        <dgm:presOf axis="self"/>
                        <dgm:constrLst>
                          <dgm:constr type="tMarg" refType="primFontSz" fact="0.050000"/>
                          <dgm:constr type="bMarg" refType="primFontSz" fact="0.050000"/>
                          <dgm:constr type="lMarg" refType="primFontSz" fact="0.050000"/>
                          <dgm:constr type="rMarg" refType="primFontSz" fact="0.050000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00000"/>
            <dgm:constr type="l" for="ch" forName="bgRectTx"/>
            <dgm:constr type="t" for="ch" forName="bgRectTx"/>
            <dgm:constr type="h" for="ch" forName="bgRectTx" refType="h" refFor="ch" refForName="bgRect" fact="0.300000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type="roundRect" r:blip="" zOrderOff="-999">
              <dgm:adjLst>
                <dgm:adj idx="1" val="0.100000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00000"/>
              </dgm:constrLst>
              <dgm:ruleLst/>
              <dgm:layoutNode name="hSp">
                <dgm:alg type="sp"/>
                <dgm:shape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 val="norm"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00000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0000"/>
              <dgm:constr type="h" for="ch" forName="image" refType="h" op="lte" fact="0.330000"/>
              <dgm:constr type="t" for="ch" forName="image"/>
              <dgm:constr type="l" for="ch" forName="image"/>
              <dgm:constr type="w" for="ch" forName="childNode" refType="w" fact="0.850000"/>
              <dgm:constr type="h" for="ch" forName="childNode" refType="h" fact="0.780000"/>
              <dgm:constr type="t" for="ch" forName="childNode" refType="h" refFor="ch" refForName="image" fact="0.660000"/>
              <dgm:constr type="l" for="ch" forName="childNode" refType="w" refFor="ch" refForName="image" fact="0.500000"/>
              <dgm:constr type="tMarg" for="ch" forName="childNode" refType="w" refFor="ch" refForName="image" fact="1.250000"/>
              <dgm:constr type="t" for="ch" forName="parentNode" refType="h" refFor="ch" refForName="image" fact="0.660000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0000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0000"/>
              <dgm:constr type="h" for="ch" forName="image" refType="h" op="lte" fact="0.330000"/>
              <dgm:constr type="t" for="ch" forName="image"/>
              <dgm:constr type="r" for="ch" forName="image" refType="w"/>
              <dgm:constr type="w" for="ch" forName="childNode" refType="w" fact="0.850000"/>
              <dgm:constr type="h" for="ch" forName="childNode" refType="h" fact="0.780000"/>
              <dgm:constr type="t" for="ch" forName="childNode" refType="h" refFor="ch" refForName="image" fact="0.660000"/>
              <dgm:constr type="r" for="ch" forName="childNode" refType="w"/>
              <dgm:constr type="rOff" for="ch" forName="childNode" refType="w" refFor="ch" refForName="image" fact="-0.500000"/>
              <dgm:constr type="tMarg" for="ch" forName="childNode" refType="w" refFor="ch" refForName="image" fact="1.250000"/>
              <dgm:constr type="t" for="ch" forName="parentNode" refType="h" refFor="ch" refForName="image" fact="0.660000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0000"/>
            </dgm:constrLst>
          </dgm:else>
        </dgm:choose>
        <dgm:ruleLst>
          <dgm:rule type="w" for="ch" forName="childNode" val="NaN" fact="0.40000000000000002" max="NaN"/>
          <dgm:rule type="h" for="ch" forName="childNode" val="NaN" fact="0.5" max="NaN"/>
        </dgm:ruleLst>
        <dgm:layoutNode name="image" styleLbl="fgImgPlace1">
          <dgm:alg type="sp"/>
          <dgm:shape type="rect" r:blip="" blipPhldr="1" zOrderOff="4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rot="270.00000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rot="90.00000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3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0">
        <a:srgbClr val="00000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EA2501-6139-467D-9061-08DD95A09ABD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68EF265-3FF4-4E55-B115-B82CC50CA198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diagramData" Target="../diagrams/data1.xml" /><Relationship Id="rId4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2.xml" /><Relationship Id="rId3" Type="http://schemas.microsoft.com/office/2007/relationships/diagramDrawing" Target="../diagrams/drawing2.xml" /><Relationship Id="rId4" Type="http://schemas.openxmlformats.org/officeDocument/2006/relationships/diagramColors" Target="../diagrams/colors2.xml" /><Relationship Id="rId5" Type="http://schemas.openxmlformats.org/officeDocument/2006/relationships/diagramLayout" Target="../diagrams/layout2.xml" /><Relationship Id="rId6" Type="http://schemas.openxmlformats.org/officeDocument/2006/relationships/diagramQuickStyle" Target="../diagrams/quickStyle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3.xml" /><Relationship Id="rId3" Type="http://schemas.microsoft.com/office/2007/relationships/diagramDrawing" Target="../diagrams/drawing3.xml" /><Relationship Id="rId4" Type="http://schemas.openxmlformats.org/officeDocument/2006/relationships/diagramColors" Target="../diagrams/colors3.xml" /><Relationship Id="rId5" Type="http://schemas.openxmlformats.org/officeDocument/2006/relationships/diagramLayout" Target="../diagrams/layout3.xml" /><Relationship Id="rId6" Type="http://schemas.openxmlformats.org/officeDocument/2006/relationships/diagramQuickStyle" Target="../diagrams/quickStyle3.xml" /><Relationship Id="rId7" Type="http://schemas.openxmlformats.org/officeDocument/2006/relationships/image" Target="../media/image3.png"/><Relationship Id="rId8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4.xml" /><Relationship Id="rId3" Type="http://schemas.microsoft.com/office/2007/relationships/diagramDrawing" Target="../diagrams/drawing4.xml" /><Relationship Id="rId4" Type="http://schemas.openxmlformats.org/officeDocument/2006/relationships/diagramColors" Target="../diagrams/colors4.xml" /><Relationship Id="rId5" Type="http://schemas.openxmlformats.org/officeDocument/2006/relationships/diagramLayout" Target="../diagrams/layout4.xml" /><Relationship Id="rId6" Type="http://schemas.openxmlformats.org/officeDocument/2006/relationships/diagramQuickStyle" Target="../diagrams/quickStyle4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5.xml" /><Relationship Id="rId3" Type="http://schemas.microsoft.com/office/2007/relationships/diagramDrawing" Target="../diagrams/drawing5.xml" /><Relationship Id="rId4" Type="http://schemas.openxmlformats.org/officeDocument/2006/relationships/diagramColors" Target="../diagrams/colors5.xml" /><Relationship Id="rId5" Type="http://schemas.openxmlformats.org/officeDocument/2006/relationships/diagramLayout" Target="../diagrams/layout5.xml" /><Relationship Id="rId6" Type="http://schemas.openxmlformats.org/officeDocument/2006/relationships/diagramQuickStyle" Target="../diagrams/quickStyle5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6.xml" /><Relationship Id="rId3" Type="http://schemas.microsoft.com/office/2007/relationships/diagramDrawing" Target="../diagrams/drawing6.xml" /><Relationship Id="rId4" Type="http://schemas.openxmlformats.org/officeDocument/2006/relationships/diagramColors" Target="../diagrams/colors6.xml" /><Relationship Id="rId5" Type="http://schemas.openxmlformats.org/officeDocument/2006/relationships/diagramLayout" Target="../diagrams/layout6.xml" /><Relationship Id="rId6" Type="http://schemas.openxmlformats.org/officeDocument/2006/relationships/diagramQuickStyle" Target="../diagrams/quickStyle6.xml" /><Relationship Id="rId7" Type="http://schemas.openxmlformats.org/officeDocument/2006/relationships/diagramData" Target="../diagrams/data7.xml" /><Relationship Id="rId8" Type="http://schemas.microsoft.com/office/2007/relationships/diagramDrawing" Target="../diagrams/drawing7.xml" /><Relationship Id="rId9" Type="http://schemas.openxmlformats.org/officeDocument/2006/relationships/diagramColors" Target="../diagrams/colors7.xml" /><Relationship Id="rId10" Type="http://schemas.openxmlformats.org/officeDocument/2006/relationships/diagramLayout" Target="../diagrams/layout7.xml" /><Relationship Id="rId11" Type="http://schemas.openxmlformats.org/officeDocument/2006/relationships/diagramQuickStyle" Target="../diagrams/quickStyle7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8.xml" /><Relationship Id="rId3" Type="http://schemas.microsoft.com/office/2007/relationships/diagramDrawing" Target="../diagrams/drawing8.xml" /><Relationship Id="rId4" Type="http://schemas.openxmlformats.org/officeDocument/2006/relationships/diagramColors" Target="../diagrams/colors8.xml" /><Relationship Id="rId5" Type="http://schemas.openxmlformats.org/officeDocument/2006/relationships/diagramLayout" Target="../diagrams/layout8.xml" /><Relationship Id="rId6" Type="http://schemas.openxmlformats.org/officeDocument/2006/relationships/diagramQuickStyle" Target="../diagrams/quickStyle8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9.xml" /><Relationship Id="rId3" Type="http://schemas.microsoft.com/office/2007/relationships/diagramDrawing" Target="../diagrams/drawing9.xml" /><Relationship Id="rId4" Type="http://schemas.openxmlformats.org/officeDocument/2006/relationships/diagramColors" Target="../diagrams/colors9.xml" /><Relationship Id="rId5" Type="http://schemas.openxmlformats.org/officeDocument/2006/relationships/diagramLayout" Target="../diagrams/layout9.xml" /><Relationship Id="rId6" Type="http://schemas.openxmlformats.org/officeDocument/2006/relationships/diagramQuickStyle" Target="../diagrams/quickStyle9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0.xml" /><Relationship Id="rId3" Type="http://schemas.microsoft.com/office/2007/relationships/diagramDrawing" Target="../diagrams/drawing10.xml" /><Relationship Id="rId4" Type="http://schemas.openxmlformats.org/officeDocument/2006/relationships/diagramColors" Target="../diagrams/colors10.xml" /><Relationship Id="rId5" Type="http://schemas.openxmlformats.org/officeDocument/2006/relationships/diagramLayout" Target="../diagrams/layout10.xml" /><Relationship Id="rId6" Type="http://schemas.openxmlformats.org/officeDocument/2006/relationships/diagramQuickStyle" Target="../diagrams/quickStyle10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1.xml" /><Relationship Id="rId3" Type="http://schemas.microsoft.com/office/2007/relationships/diagramDrawing" Target="../diagrams/drawing11.xml" /><Relationship Id="rId4" Type="http://schemas.openxmlformats.org/officeDocument/2006/relationships/diagramColors" Target="../diagrams/colors11.xml" /><Relationship Id="rId5" Type="http://schemas.openxmlformats.org/officeDocument/2006/relationships/diagramLayout" Target="../diagrams/layout11.xml" /><Relationship Id="rId6" Type="http://schemas.openxmlformats.org/officeDocument/2006/relationships/diagramQuickStyle" Target="../diagrams/quickStyle1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2.xml" /><Relationship Id="rId3" Type="http://schemas.microsoft.com/office/2007/relationships/diagramDrawing" Target="../diagrams/drawing12.xml" /><Relationship Id="rId4" Type="http://schemas.openxmlformats.org/officeDocument/2006/relationships/diagramColors" Target="../diagrams/colors12.xml" /><Relationship Id="rId5" Type="http://schemas.openxmlformats.org/officeDocument/2006/relationships/diagramLayout" Target="../diagrams/layout12.xml" /><Relationship Id="rId6" Type="http://schemas.openxmlformats.org/officeDocument/2006/relationships/diagramQuickStyle" Target="../diagrams/quickStyle1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3.xml" /><Relationship Id="rId3" Type="http://schemas.microsoft.com/office/2007/relationships/diagramDrawing" Target="../diagrams/drawing13.xml" /><Relationship Id="rId4" Type="http://schemas.openxmlformats.org/officeDocument/2006/relationships/diagramColors" Target="../diagrams/colors13.xml" /><Relationship Id="rId5" Type="http://schemas.openxmlformats.org/officeDocument/2006/relationships/diagramLayout" Target="../diagrams/layout13.xml" /><Relationship Id="rId6" Type="http://schemas.openxmlformats.org/officeDocument/2006/relationships/diagramQuickStyle" Target="../diagrams/quickStyle13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0" y="1476424"/>
            <a:ext cx="9144000" cy="72008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200" b="1"/>
              <a:t>Тема </a:t>
            </a:r>
            <a:r>
              <a:rPr lang="ru-RU" sz="3200" b="1"/>
              <a:t>3</a:t>
            </a:r>
            <a:r>
              <a:rPr lang="ru-RU" sz="3200" b="1"/>
              <a:t>. Производственная и организационная структура предприятия </a:t>
            </a:r>
            <a:endParaRPr lang="ru-RU" sz="3200"/>
          </a:p>
        </p:txBody>
      </p:sp>
      <p:pic>
        <p:nvPicPr>
          <p:cNvPr id="1026" name="Picture 2" descr="ÐÐ°ÑÑÐ¸Ð½ÐºÐ¸ Ð¿Ð¾ Ð·Ð°Ð¿ÑÐ¾ÑÑ ÑÑÑÑÐºÑÑÑÐ° Ð¿ÑÐµÐ´Ð¿ÑÐ¸ÑÑÐ¸Ñ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109662" y="2305049"/>
            <a:ext cx="6924675" cy="4552951"/>
          </a:xfrm>
          <a:prstGeom prst="rect">
            <a:avLst/>
          </a:prstGeom>
          <a:noFill/>
        </p:spPr>
      </p:pic>
      <p:sp>
        <p:nvSpPr>
          <p:cNvPr id="4" name="Заголовок 1"/>
          <p:cNvSpPr txBox="1"/>
          <p:nvPr/>
        </p:nvSpPr>
        <p:spPr bwMode="auto">
          <a:xfrm>
            <a:off x="0" y="0"/>
            <a:ext cx="9144000" cy="126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400" b="1"/>
              <a:t>РАЗДЕЛ 1. </a:t>
            </a:r>
            <a:br>
              <a:rPr lang="ru-RU" sz="3400" b="1"/>
            </a:br>
            <a:r>
              <a:rPr lang="ru-RU" sz="3400" b="1"/>
              <a:t>ПРЕДПРИЯТИЕ КАК СУБЪЕКТ ПРЕДПРИНИМАТЕЛЬСКОЙ ДЕЯТЕЛЬНОСТИ</a:t>
            </a:r>
            <a:endParaRPr lang="ru-RU" sz="3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i="1"/>
              <a:t>1. Организация </a:t>
            </a:r>
            <a:r>
              <a:rPr lang="ru-RU" sz="2000" b="1" i="1"/>
              <a:t>производственного процесса</a:t>
            </a:r>
            <a:endParaRPr lang="ru-RU" sz="2000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79512" y="672372"/>
            <a:ext cx="864096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R="0" lvl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i="0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Производственный процесс – </a:t>
            </a:r>
            <a:r>
              <a:rPr lang="ru-RU" b="0" i="0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совокупность действий по созданию продукции (работ, услуг), количественное и качественное соединение в пространстве и во времени средств производства и трудовых ресурсов. </a:t>
            </a:r>
            <a:endParaRPr lang="ru-RU" sz="2400" b="0" i="0" u="none" strike="noStrike" cap="none">
              <a:ln>
                <a:noFill/>
              </a:ln>
              <a:solidFill>
                <a:schemeClr val="tx1"/>
              </a:solidFill>
              <a:cs typeface="Arial"/>
            </a:endParaRPr>
          </a:p>
        </p:txBody>
      </p:sp>
      <p:pic>
        <p:nvPicPr>
          <p:cNvPr id="4101" name="Picture 5" descr="ÐÐ°ÑÑÐ¸Ð½ÐºÐ¸ Ð¿Ð¾ Ð·Ð°Ð¿ÑÐ¾ÑÑ ÐÑÐ¾Ð¸Ð·Ð²Ð¾Ð´ÑÑÐ²ÐµÐ½Ð½ÑÐ¹ Ð¿ÑÐ¾ÑÐµÑÑ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334000" y="1772816"/>
            <a:ext cx="3810000" cy="3810000"/>
          </a:xfrm>
          <a:prstGeom prst="rect">
            <a:avLst/>
          </a:prstGeom>
          <a:noFill/>
        </p:spPr>
      </p:pic>
      <p:graphicFrame>
        <p:nvGraphicFramePr>
          <p:cNvPr id="22" name="Схема 21"/>
          <p:cNvGraphicFramePr>
            <a:graphicFrameLocks xmlns:a="http://schemas.openxmlformats.org/drawingml/2006/main"/>
          </p:cNvGraphicFramePr>
          <p:nvPr/>
        </p:nvGraphicFramePr>
        <p:xfrm>
          <a:off x="323528" y="1844824"/>
          <a:ext cx="4896544" cy="4824536"/>
          <a:chOff x="0" y="0"/>
          <a:chExt cx="4896544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>
            <a:graphicFrameLocks xmlns:a="http://schemas.openxmlformats.org/drawingml/2006/main"/>
          </p:cNvGraphicFramePr>
          <p:nvPr/>
        </p:nvGraphicFramePr>
        <p:xfrm>
          <a:off x="395536" y="332656"/>
          <a:ext cx="8496943" cy="6336703"/>
          <a:chOff x="0" y="0"/>
          <a:chExt cx="8496943" cy="6336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>
            <a:graphicFrameLocks xmlns:a="http://schemas.openxmlformats.org/drawingml/2006/main"/>
          </p:cNvGraphicFramePr>
          <p:nvPr/>
        </p:nvGraphicFramePr>
        <p:xfrm>
          <a:off x="251520" y="188640"/>
          <a:ext cx="8712968" cy="6264696"/>
          <a:chOff x="0" y="0"/>
          <a:chExt cx="8712968" cy="6264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pic>
        <p:nvPicPr>
          <p:cNvPr id="1027" name="Picture 3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0" y="188640"/>
            <a:ext cx="1934705" cy="1728192"/>
          </a:xfrm>
          <a:prstGeom prst="rect">
            <a:avLst/>
          </a:prstGeom>
          <a:noFill/>
        </p:spPr>
      </p:pic>
      <p:pic>
        <p:nvPicPr>
          <p:cNvPr id="1029" name="Picture 5" descr="ÐÐ°ÑÑÐ¸Ð½ÐºÐ¸ Ð¿Ð¾ Ð·Ð°Ð¿ÑÐ¾ÑÑ Ð¢ÑÑÐ´Ð¾Ð²ÑÐµ ÑÐµÑÑÑÑÑ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5868144" y="3212976"/>
            <a:ext cx="2857500" cy="228600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153888"/>
            <a:ext cx="9144000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45085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000" b="1" i="1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2. Типы организации производства</a:t>
            </a:r>
            <a:endParaRPr lang="ru-RU" sz="2800" b="0" i="0" u="none" strike="noStrike" cap="none">
              <a:ln>
                <a:noFill/>
              </a:ln>
              <a:solidFill>
                <a:schemeClr val="tx1"/>
              </a:solidFill>
              <a:cs typeface="Arial"/>
            </a:endParaRP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79512" y="908720"/>
            <a:ext cx="878497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algn="just">
              <a:defRPr/>
            </a:pPr>
            <a:r>
              <a:rPr lang="ru-RU" u="sng"/>
              <a:t>Тип организации производственного процесса </a:t>
            </a:r>
            <a:r>
              <a:rPr lang="ru-RU"/>
              <a:t>– совокупность организационно-технических и экономических особенностей производства, обусловленных номенклатурой, объемами и степенью регулярности выпуска одноименной продукции. </a:t>
            </a:r>
            <a:endParaRPr/>
          </a:p>
          <a:p>
            <a:pPr algn="just">
              <a:defRPr/>
            </a:pPr>
            <a:endParaRPr lang="ru-RU"/>
          </a:p>
          <a:p>
            <a:pPr algn="just">
              <a:defRPr/>
            </a:pPr>
            <a:r>
              <a:rPr lang="ru-RU"/>
              <a:t>Тип производства – это понятие, которое дает комплексную характеристику производственному процессу и отражает особенности организации, техники и экономики производства. Это понятие отражает широту номенклатуры, уровень специализации, объем производства, стабильность выпуска и т. д. </a:t>
            </a:r>
            <a:endParaRPr/>
          </a:p>
        </p:txBody>
      </p:sp>
      <p:pic>
        <p:nvPicPr>
          <p:cNvPr id="17412" name="Picture 4" descr="ÐÐ°ÑÑÐ¸Ð½ÐºÐ¸ Ð¿Ð¾ Ð·Ð°Ð¿ÑÐ¾ÑÑ Ð¢Ð¸Ð¿ Ð¿ÑÐ¾Ð¸Ð·Ð²Ð¾Ð´ÑÑÐ²Ð°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059832" y="3429000"/>
            <a:ext cx="5846007" cy="32403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>
            <a:graphicFrameLocks xmlns:a="http://schemas.openxmlformats.org/drawingml/2006/main"/>
          </p:cNvGraphicFramePr>
          <p:nvPr/>
        </p:nvGraphicFramePr>
        <p:xfrm>
          <a:off x="179512" y="260648"/>
          <a:ext cx="8712967" cy="6336703"/>
          <a:chOff x="0" y="0"/>
          <a:chExt cx="8712967" cy="6336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0" y="-27384"/>
            <a:ext cx="9144000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45085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000" b="1" i="1">
                <a:solidFill>
                  <a:schemeClr val="tx1"/>
                </a:solidFill>
                <a:ea typeface="Times New Roman"/>
                <a:cs typeface="Arial"/>
              </a:rPr>
              <a:t>3</a:t>
            </a:r>
            <a:r>
              <a:rPr lang="ru-RU" sz="2000" b="1" i="1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. </a:t>
            </a:r>
            <a:r>
              <a:rPr lang="ru-RU" sz="2000" b="1" i="1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Производственная структура предприятия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cs typeface="Arial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79512" y="477253"/>
            <a:ext cx="8784976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R="0" lvl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b="0" i="0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Times New Roman"/>
              </a:rPr>
              <a:t>Под </a:t>
            </a:r>
            <a:r>
              <a:rPr lang="ru-RU" sz="2000" b="1" i="0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Times New Roman"/>
              </a:rPr>
              <a:t>производственной структурой предприятия</a:t>
            </a:r>
            <a:r>
              <a:rPr lang="ru-RU" sz="2000" b="0" i="0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Times New Roman"/>
              </a:rPr>
              <a:t> понимается состав образующих его участков, цехов и служб, формы их взаимосвязи в процессе производства продукции.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cs typeface="Arial"/>
            </a:endParaRPr>
          </a:p>
          <a:p>
            <a:pPr marR="0" lvl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b="0" i="0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Times New Roman"/>
              </a:rPr>
              <a:t>Главными элементами производственной структуры предприятия считаются рабочие места, участки, цеха.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cs typeface="Arial"/>
            </a:endParaRPr>
          </a:p>
        </p:txBody>
      </p:sp>
      <p:graphicFrame>
        <p:nvGraphicFramePr>
          <p:cNvPr id="5" name="Схема 4"/>
          <p:cNvGraphicFramePr>
            <a:graphicFrameLocks xmlns:a="http://schemas.openxmlformats.org/drawingml/2006/main"/>
          </p:cNvGraphicFramePr>
          <p:nvPr/>
        </p:nvGraphicFramePr>
        <p:xfrm>
          <a:off x="251520" y="2132856"/>
          <a:ext cx="8640960" cy="4536503"/>
          <a:chOff x="0" y="0"/>
          <a:chExt cx="8640960" cy="4536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>
            <a:graphicFrameLocks xmlns:a="http://schemas.openxmlformats.org/drawingml/2006/main"/>
          </p:cNvGraphicFramePr>
          <p:nvPr/>
        </p:nvGraphicFramePr>
        <p:xfrm>
          <a:off x="251520" y="188641"/>
          <a:ext cx="8568952" cy="2952327"/>
          <a:chOff x="0" y="0"/>
          <a:chExt cx="8568952" cy="2952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graphicFrame>
        <p:nvGraphicFramePr>
          <p:cNvPr id="4" name="Схема 3"/>
          <p:cNvGraphicFramePr>
            <a:graphicFrameLocks xmlns:a="http://schemas.openxmlformats.org/drawingml/2006/main"/>
          </p:cNvGraphicFramePr>
          <p:nvPr/>
        </p:nvGraphicFramePr>
        <p:xfrm>
          <a:off x="251520" y="3501008"/>
          <a:ext cx="8640960" cy="3168351"/>
          <a:chOff x="0" y="0"/>
          <a:chExt cx="8640960" cy="3168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10" r:qs="rId11" r:cs="rId9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0" y="-27384"/>
            <a:ext cx="9144000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45085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000" b="1" i="1">
                <a:solidFill>
                  <a:schemeClr val="tx1"/>
                </a:solidFill>
                <a:ea typeface="Times New Roman"/>
                <a:cs typeface="Arial"/>
              </a:rPr>
              <a:t>4</a:t>
            </a:r>
            <a:r>
              <a:rPr lang="ru-RU" sz="2000" b="1" i="1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. </a:t>
            </a:r>
            <a:r>
              <a:rPr lang="ru-RU" sz="2000" b="1" i="1" u="none" strike="noStrike" cap="none">
                <a:ln>
                  <a:noFill/>
                </a:ln>
                <a:solidFill>
                  <a:schemeClr val="tx1"/>
                </a:solidFill>
                <a:ea typeface="Times New Roman"/>
                <a:cs typeface="Arial"/>
              </a:rPr>
              <a:t>Организационная структура предприятия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cs typeface="Arial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79511" y="553591"/>
            <a:ext cx="8785335" cy="100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/>
              <a:t>Организационная структура</a:t>
            </a:r>
            <a:r>
              <a:rPr lang="ru-RU" sz="2000"/>
              <a:t> гостиничного </a:t>
            </a:r>
            <a:r>
              <a:rPr lang="ru-RU" sz="2000" b="1"/>
              <a:t>предприятия</a:t>
            </a:r>
            <a:r>
              <a:rPr lang="ru-RU" sz="2000"/>
              <a:t> — это функционально-технологическая система, обеспечивающая его деятельность.</a:t>
            </a:r>
            <a:endParaRPr/>
          </a:p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ea typeface="Times New Roman"/>
              <a:cs typeface="Times New Roman"/>
            </a:endParaRPr>
          </a:p>
        </p:txBody>
      </p:sp>
      <p:pic>
        <p:nvPicPr>
          <p:cNvPr id="9218" name="Picture 2" descr="Виды организационных систем управления отелем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63687" y="2780928"/>
            <a:ext cx="5761484" cy="35616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 bwMode="auto">
          <a:xfrm>
            <a:off x="359024" y="0"/>
            <a:ext cx="8784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Основные функциональные подразделения и система менеджмента:</a:t>
            </a:r>
            <a:endParaRPr/>
          </a:p>
          <a:p>
            <a:pPr>
              <a:defRPr/>
            </a:pPr>
            <a:endParaRPr lang="ru-RU"/>
          </a:p>
        </p:txBody>
      </p:sp>
      <p:graphicFrame>
        <p:nvGraphicFramePr>
          <p:cNvPr id="6" name="Схема 5"/>
          <p:cNvGraphicFramePr>
            <a:graphicFrameLocks xmlns:a="http://schemas.openxmlformats.org/drawingml/2006/main"/>
          </p:cNvGraphicFramePr>
          <p:nvPr/>
        </p:nvGraphicFramePr>
        <p:xfrm>
          <a:off x="0" y="620688"/>
          <a:ext cx="9144000" cy="5832648"/>
          <a:chOff x="0" y="0"/>
          <a:chExt cx="9144000" cy="5832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7456"/>
            <a:ext cx="9144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i="1" u="none" strike="noStrike" cap="none">
                <a:ln>
                  <a:noFill/>
                </a:ln>
                <a:solidFill>
                  <a:schemeClr val="tx1"/>
                </a:solidFill>
                <a:latin typeface="Calibri"/>
                <a:ea typeface="Times New Roman"/>
                <a:cs typeface="Times New Roman"/>
              </a:rPr>
              <a:t>Организационная структура управления</a:t>
            </a:r>
            <a:r>
              <a:rPr lang="ru-RU" b="1" i="0" u="none" strike="noStrike" cap="none">
                <a:ln>
                  <a:noFill/>
                </a:ln>
                <a:solidFill>
                  <a:schemeClr val="tx1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ru-RU" b="0" i="0" u="none" strike="noStrike" cap="none">
                <a:ln>
                  <a:noFill/>
                </a:ln>
                <a:solidFill>
                  <a:schemeClr val="tx1"/>
                </a:solidFill>
                <a:latin typeface="Calibri"/>
                <a:ea typeface="Times New Roman"/>
                <a:cs typeface="Times New Roman"/>
              </a:rPr>
              <a:t>организации – это общность подразделений, отделов, служб в управлении, их объединение, условия подчиненности органу управления, набор информационных отношений, распределение функций по уровням и структурам. </a:t>
            </a:r>
            <a:endParaRPr/>
          </a:p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/>
              <a:t>Требования к организационной структуре управления</a:t>
            </a:r>
            <a:endParaRPr lang="ru-RU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graphicFrame>
        <p:nvGraphicFramePr>
          <p:cNvPr id="3" name="Схема 2"/>
          <p:cNvGraphicFramePr>
            <a:graphicFrameLocks xmlns:a="http://schemas.openxmlformats.org/drawingml/2006/main"/>
          </p:cNvGraphicFramePr>
          <p:nvPr/>
        </p:nvGraphicFramePr>
        <p:xfrm>
          <a:off x="179512" y="1628800"/>
          <a:ext cx="8712968" cy="5184576"/>
          <a:chOff x="0" y="0"/>
          <a:chExt cx="8712968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 bwMode="auto">
          <a:xfrm>
            <a:off x="179512" y="620688"/>
            <a:ext cx="8784976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ru-RU" b="1"/>
              <a:t>Технологический процесс в гостинице</a:t>
            </a:r>
            <a:r>
              <a:rPr lang="ru-RU"/>
              <a:t> - это упорядоченная совокупность операций по изменению размеров, формы, качества, внешнего вида или свойства услуги, например, разработка комплекса мероприятий по повышению качества услуги в гостиничном предприятии.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179512" y="1916832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b="1" u="sng"/>
              <a:t>По характеру технологических операций</a:t>
            </a:r>
            <a:r>
              <a:rPr lang="ru-RU"/>
              <a:t> различают:</a:t>
            </a:r>
            <a:endParaRPr/>
          </a:p>
          <a:p>
            <a:pPr marL="342900" indent="-342900" algn="just">
              <a:buFont typeface="Wingdings"/>
              <a:buChar char="q"/>
              <a:defRPr/>
            </a:pPr>
            <a:r>
              <a:rPr lang="ru-RU" u="sng"/>
              <a:t>Единичные</a:t>
            </a:r>
            <a:r>
              <a:rPr lang="ru-RU"/>
              <a:t> технологические процессы предназначены для производства продукта или услуги одного наименования, назначения.</a:t>
            </a:r>
            <a:endParaRPr/>
          </a:p>
          <a:p>
            <a:pPr marL="342900" indent="-342900" algn="just">
              <a:buFont typeface="Wingdings"/>
              <a:buChar char="q"/>
              <a:defRPr/>
            </a:pPr>
            <a:r>
              <a:rPr lang="ru-RU" u="sng"/>
              <a:t>Типовой</a:t>
            </a:r>
            <a:r>
              <a:rPr lang="ru-RU"/>
              <a:t> технологический процесс применяется для совокупности однородных по технологическим признакам услуг. Он разрабатывается на типового потребителя и содержит максимально возможный перечень услуг.</a:t>
            </a:r>
            <a:endParaRPr/>
          </a:p>
          <a:p>
            <a:pPr marL="342900" indent="-342900" algn="just">
              <a:buFont typeface="Wingdings"/>
              <a:buChar char="q"/>
              <a:defRPr/>
            </a:pPr>
            <a:r>
              <a:rPr lang="ru-RU" u="sng"/>
              <a:t>Групповой</a:t>
            </a:r>
            <a:r>
              <a:rPr lang="ru-RU"/>
              <a:t> технологический процесс применяется для производства комплекса услуг с общими технологическими признаками.</a:t>
            </a:r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i="1"/>
              <a:t>5</a:t>
            </a:r>
            <a:r>
              <a:rPr lang="ru-RU" sz="2000" b="1" i="1"/>
              <a:t>. </a:t>
            </a:r>
            <a:r>
              <a:rPr lang="ru-RU" sz="2000" b="1" i="1"/>
              <a:t>Технологический процесс в гостинице</a:t>
            </a:r>
            <a:endParaRPr lang="ru-RU" sz="2000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/>
          <p:cNvGraphicFramePr>
            <a:graphicFrameLocks xmlns:a="http://schemas.openxmlformats.org/drawingml/2006/main"/>
          </p:cNvGraphicFramePr>
          <p:nvPr/>
        </p:nvGraphicFramePr>
        <p:xfrm>
          <a:off x="179512" y="260648"/>
          <a:ext cx="8568952" cy="6597352"/>
          <a:chOff x="0" y="0"/>
          <a:chExt cx="8568952" cy="6597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 xmlns:a="http://schemas.openxmlformats.org/drawingml/2006/main"/>
          </p:cNvGraphicFramePr>
          <p:nvPr/>
        </p:nvGraphicFramePr>
        <p:xfrm>
          <a:off x="179512" y="908720"/>
          <a:ext cx="8712968" cy="5688632"/>
          <a:chOff x="0" y="0"/>
          <a:chExt cx="8712968" cy="5688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3" name="Прямоугольник 2"/>
          <p:cNvSpPr/>
          <p:nvPr/>
        </p:nvSpPr>
        <p:spPr bwMode="auto">
          <a:xfrm>
            <a:off x="179512" y="116632"/>
            <a:ext cx="8712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b="1"/>
              <a:t>Шесть принципов рациональной организации производственного процесса в гостиничном предприятии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>
            <a:graphicFrameLocks xmlns:a="http://schemas.openxmlformats.org/drawingml/2006/main"/>
          </p:cNvGraphicFramePr>
          <p:nvPr/>
        </p:nvGraphicFramePr>
        <p:xfrm>
          <a:off x="179512" y="952859"/>
          <a:ext cx="8784976" cy="5905141"/>
          <a:chOff x="0" y="0"/>
          <a:chExt cx="8784976" cy="5905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4" name="Прямоугольник 3"/>
          <p:cNvSpPr/>
          <p:nvPr/>
        </p:nvSpPr>
        <p:spPr bwMode="auto">
          <a:xfrm>
            <a:off x="107504" y="491194"/>
            <a:ext cx="8928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b="1" i="1"/>
              <a:t>Технологический цикл </a:t>
            </a:r>
            <a:r>
              <a:rPr lang="ru-RU" sz="2400" b="1" i="1"/>
              <a:t>обслуживания гостей</a:t>
            </a:r>
            <a:endParaRPr lang="ru-RU" sz="2400" b="1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259632" y="332656"/>
            <a:ext cx="684076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b="1"/>
              <a:t>Вопросы для </a:t>
            </a:r>
            <a:r>
              <a:rPr lang="ru-RU" sz="3600" b="1"/>
              <a:t>самопроверки</a:t>
            </a:r>
            <a:endParaRPr lang="ru-RU" sz="3600" b="1"/>
          </a:p>
        </p:txBody>
      </p:sp>
      <p:sp>
        <p:nvSpPr>
          <p:cNvPr id="3" name="TextBox 2"/>
          <p:cNvSpPr txBox="1"/>
          <p:nvPr/>
        </p:nvSpPr>
        <p:spPr bwMode="auto">
          <a:xfrm>
            <a:off x="323528" y="1268760"/>
            <a:ext cx="882047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200"/>
              <a:t>1. Назовите основные задачи управления производством?</a:t>
            </a:r>
            <a:endParaRPr/>
          </a:p>
          <a:p>
            <a:pPr>
              <a:defRPr/>
            </a:pPr>
            <a:r>
              <a:rPr lang="ru-RU" sz="3200"/>
              <a:t>2. Что такое производственный процесс?</a:t>
            </a:r>
            <a:endParaRPr/>
          </a:p>
          <a:p>
            <a:pPr>
              <a:defRPr/>
            </a:pPr>
            <a:r>
              <a:rPr lang="ru-RU" sz="3200"/>
              <a:t>3. Что такое рабочее место?</a:t>
            </a:r>
            <a:endParaRPr/>
          </a:p>
          <a:p>
            <a:pPr>
              <a:defRPr/>
            </a:pPr>
            <a:r>
              <a:rPr lang="ru-RU" sz="3200"/>
              <a:t>4. Назовите </a:t>
            </a:r>
            <a:r>
              <a:rPr lang="ru-RU" sz="3200"/>
              <a:t>ш</a:t>
            </a:r>
            <a:r>
              <a:rPr lang="ru-RU" sz="3200"/>
              <a:t>есть </a:t>
            </a:r>
            <a:r>
              <a:rPr lang="ru-RU" sz="3200"/>
              <a:t>принципов рациональной организации производственного процесса в гостиничном </a:t>
            </a:r>
            <a:r>
              <a:rPr lang="ru-RU" sz="3200"/>
              <a:t>предприятии?</a:t>
            </a:r>
            <a:endParaRPr/>
          </a:p>
          <a:p>
            <a:pPr>
              <a:defRPr/>
            </a:pPr>
            <a:r>
              <a:rPr lang="ru-RU" sz="3200"/>
              <a:t>5</a:t>
            </a:r>
            <a:r>
              <a:rPr lang="ru-RU" sz="3200"/>
              <a:t>. Что относится к средствам производства организации (имуществу)?</a:t>
            </a:r>
            <a:endParaRPr/>
          </a:p>
          <a:p>
            <a:pPr>
              <a:defRPr/>
            </a:pPr>
            <a:r>
              <a:rPr lang="ru-RU" sz="3200"/>
              <a:t>6</a:t>
            </a:r>
            <a:r>
              <a:rPr lang="ru-RU" sz="3200"/>
              <a:t>. Назовите цели управления производством?</a:t>
            </a:r>
            <a:endParaRPr/>
          </a:p>
          <a:p>
            <a:pPr>
              <a:defRPr/>
            </a:pPr>
            <a:r>
              <a:rPr lang="ru-RU" sz="3200"/>
              <a:t>7</a:t>
            </a:r>
            <a:r>
              <a:rPr lang="ru-RU" sz="3200"/>
              <a:t>. Что такое трудовые ресурсы?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>
            <a:graphicFrameLocks xmlns:a="http://schemas.openxmlformats.org/drawingml/2006/main"/>
          </p:cNvGraphicFramePr>
          <p:nvPr/>
        </p:nvGraphicFramePr>
        <p:xfrm>
          <a:off x="179512" y="188640"/>
          <a:ext cx="8568952" cy="5976664"/>
          <a:chOff x="0" y="0"/>
          <a:chExt cx="8568952" cy="5976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 bwMode="auto">
          <a:xfrm>
            <a:off x="835112" y="548680"/>
            <a:ext cx="7473776" cy="562995"/>
            <a:chOff x="180498" y="766"/>
            <a:chExt cx="7473776" cy="562995"/>
          </a:xfrm>
        </p:grpSpPr>
        <p:sp>
          <p:nvSpPr>
            <p:cNvPr id="3" name="Скругленный прямоугольник 2"/>
            <p:cNvSpPr/>
            <p:nvPr/>
          </p:nvSpPr>
          <p:spPr bwMode="auto">
            <a:xfrm>
              <a:off x="180498" y="766"/>
              <a:ext cx="7473776" cy="562995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4" name="Скругленный прямоугольник 4"/>
            <p:cNvSpPr txBox="1"/>
            <p:nvPr/>
          </p:nvSpPr>
          <p:spPr bwMode="auto">
            <a:xfrm>
              <a:off x="196988" y="17256"/>
              <a:ext cx="7440796" cy="530015"/>
            </a:xfrm>
            <a:prstGeom prst="rect">
              <a:avLst/>
            </a:prstGeom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dk1"/>
            </a:fontRef>
          </p:style>
          <p:txBody>
            <a:bodyPr spcFirstLastPara="0" vert="horz" wrap="square" lIns="38100" tIns="25400" rIns="38100" bIns="254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28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Сравнение типов производства</a:t>
              </a:r>
              <a:endParaRPr lang="ru-RU" sz="28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5" name="Таблица 4"/>
          <p:cNvGraphicFramePr>
            <a:graphicFrameLocks xmlns:a="http://schemas.openxmlformats.org/drawingml/2006/main" noGrp="1"/>
          </p:cNvGraphicFramePr>
          <p:nvPr/>
        </p:nvGraphicFramePr>
        <p:xfrm>
          <a:off x="107504" y="1397001"/>
          <a:ext cx="8928992" cy="4785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888432"/>
                <a:gridCol w="1800200"/>
                <a:gridCol w="1656184"/>
                <a:gridCol w="1584175"/>
              </a:tblGrid>
              <a:tr h="33423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2000" b="1"/>
                        <a:t>Фактор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2000" b="1"/>
                        <a:t>Единичное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2000" b="1"/>
                        <a:t>Серийное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2000" b="1"/>
                        <a:t>Массовое</a:t>
                      </a:r>
                      <a:endParaRPr lang="ru-RU" sz="2000" b="1"/>
                    </a:p>
                  </a:txBody>
                  <a:tcPr/>
                </a:tc>
              </a:tr>
              <a:tr h="33423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1. Номенклатура</a:t>
                      </a:r>
                      <a:r>
                        <a:rPr lang="ru-RU" sz="2000"/>
                        <a:t> продукции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</a:tr>
              <a:tr h="33423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2. Повторяемость</a:t>
                      </a:r>
                      <a:r>
                        <a:rPr lang="ru-RU" sz="2000"/>
                        <a:t> выпуска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</a:tr>
              <a:tr h="33423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3. Применяемое оборудование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</a:tr>
              <a:tr h="33423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4. Квалификация рабочих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</a:tr>
              <a:tr h="33423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5. Тип оборудования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</a:tr>
              <a:tr h="835598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6. Степень реализации основных принципов организации производства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/>
                </a:tc>
              </a:tr>
              <a:tr h="58491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7. Себестоимость единицы продукции</a:t>
                      </a:r>
                      <a:endParaRPr lang="ru-RU" sz="2000"/>
                    </a:p>
                  </a:txBody>
                  <a:tcPr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334239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2000"/>
                        <a:t>8. Технологический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ru-RU" sz="2000"/>
                        <a:t>процесс изготовления</a:t>
                      </a:r>
                      <a:endParaRPr lang="ru-RU" sz="2000"/>
                    </a:p>
                  </a:txBody>
                  <a:tcPr>
                    <a:lnT w="12700" algn="ctr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>
                    <a:lnT w="12700" algn="ctr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>
                    <a:lnT w="12700" algn="ctr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000"/>
                    </a:p>
                  </a:txBody>
                  <a:tcPr>
                    <a:lnT w="12700" algn="ctr">
                      <a:solidFill>
                        <a:schemeClr val="tx1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r7-office/2024.4.2.721</Application>
  <DocSecurity>0</DocSecurity>
  <PresentationFormat>Экран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1.3. Производственная и организационная структура предприятия</dc:title>
  <dc:subject/>
  <dc:creator>Лектор</dc:creator>
  <cp:keywords/>
  <dc:description/>
  <dc:identifier/>
  <dc:language/>
  <cp:lastModifiedBy>Вильтовская Ванда</cp:lastModifiedBy>
  <cp:revision>63</cp:revision>
  <dcterms:created xsi:type="dcterms:W3CDTF">2018-09-19T08:06:18Z</dcterms:created>
  <dcterms:modified xsi:type="dcterms:W3CDTF">2025-02-21T12:12:45Z</dcterms:modified>
  <cp:category/>
  <cp:contentStatus/>
  <cp:version/>
</cp:coreProperties>
</file>